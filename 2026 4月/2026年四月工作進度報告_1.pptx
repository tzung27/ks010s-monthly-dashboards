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3017520"/>
            <a:ext cx="5029200" cy="54864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2026年四月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B1700"/>
                </a:solidFill>
                <a:latin typeface="Calibri"/>
              </a:rPr>
              <a:t>工作進度報告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8A9A"/>
                </a:solidFill>
                <a:latin typeface="Calibri"/>
              </a:rPr>
              <a:t>Adobe 技術工程師 ／ 特約講師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8A9A"/>
                </a:solidFill>
                <a:latin typeface="Calibri"/>
              </a:rPr>
              <a:t>報告期間：2026 / 04 / 01 – 2026 / 04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1371600"/>
            <a:ext cx="2651760" cy="13258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52560" y="1371600"/>
            <a:ext cx="54864" cy="132588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81160" y="14630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B1700"/>
                </a:solidFill>
                <a:latin typeface="Calibri"/>
              </a:rPr>
              <a:t>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1214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8A9A"/>
                </a:solidFill>
                <a:latin typeface="Calibri"/>
              </a:rPr>
              <a:t>技術案件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3017520"/>
            <a:ext cx="2651760" cy="13258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52560" y="3017520"/>
            <a:ext cx="54864" cy="132588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81160" y="31089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B1700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76732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8A9A"/>
                </a:solidFill>
                <a:latin typeface="Calibri"/>
              </a:rPr>
              <a:t>培訓場次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4663440"/>
            <a:ext cx="2651760" cy="13258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52560" y="4663440"/>
            <a:ext cx="54864" cy="132588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475487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B1700"/>
                </a:solidFill>
                <a:latin typeface="Calibri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54132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8A9A"/>
                </a:solidFill>
                <a:latin typeface="Calibri"/>
              </a:rPr>
              <a:t>內容產出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9A"/>
                </a:solidFill>
                <a:latin typeface="Calibri"/>
              </a:rPr>
              <a:t>Adobe Technical Engineer  ·  Lecturer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515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關鍵指標 KPI 總覽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A8A9A"/>
                </a:solidFill>
                <a:latin typeface="Calibri"/>
              </a:rPr>
              <a:t>2026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566160" cy="23774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566160" cy="64008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B1700"/>
                </a:solidFill>
                <a:latin typeface="Calibri"/>
              </a:rPr>
              <a:t>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技術案件處理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8A9A"/>
                </a:solidFill>
                <a:latin typeface="Calibri"/>
              </a:rPr>
              <a:t>系統整合・技術諮詢・維運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280160"/>
            <a:ext cx="3566160" cy="23774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35661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4173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4D8"/>
                </a:solidFill>
                <a:latin typeface="Calibri"/>
              </a:rPr>
              <a:t>4 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教育訓練場次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8A9A"/>
                </a:solidFill>
                <a:latin typeface="Calibri"/>
              </a:rPr>
              <a:t>總時數約 12 小時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566160" cy="23774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356616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4173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6B35"/>
                </a:solidFill>
                <a:latin typeface="Calibri"/>
              </a:rPr>
              <a:t>9 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專業內容產出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8A9A"/>
                </a:solidFill>
                <a:latin typeface="Calibri"/>
              </a:rPr>
              <a:t>3 支影片・6 篇技術專欄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A8A9A"/>
                </a:solidFill>
                <a:latin typeface="Calibri"/>
              </a:rPr>
              <a:t>本月亮點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43400"/>
            <a:ext cx="5303520" cy="475488"/>
          </a:xfrm>
          <a:prstGeom prst="rect">
            <a:avLst/>
          </a:prstGeom>
          <a:solidFill>
            <a:srgbClr val="1E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4165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5"/>
                </a:solidFill>
                <a:latin typeface="Calibri"/>
              </a:rPr>
              <a:t>✦  生成式 AI 深度整合至設計工作流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937760"/>
            <a:ext cx="5303520" cy="475488"/>
          </a:xfrm>
          <a:prstGeom prst="rect">
            <a:avLst/>
          </a:prstGeom>
          <a:solidFill>
            <a:srgbClr val="1E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010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5"/>
                </a:solidFill>
                <a:latin typeface="Calibri"/>
              </a:rPr>
              <a:t>✦  企業端 Acrobat Sign 電子簽署培訓首次落地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343400"/>
            <a:ext cx="5303520" cy="475488"/>
          </a:xfrm>
          <a:prstGeom prst="rect">
            <a:avLst/>
          </a:prstGeom>
          <a:solidFill>
            <a:srgbClr val="1E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4165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5"/>
                </a:solidFill>
                <a:latin typeface="Calibri"/>
              </a:rPr>
              <a:t>✦  CorelDRAW 2026 新品發表協助推廣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937760"/>
            <a:ext cx="5303520" cy="475488"/>
          </a:xfrm>
          <a:prstGeom prst="rect">
            <a:avLst/>
          </a:prstGeom>
          <a:solidFill>
            <a:srgbClr val="1E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5010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5"/>
                </a:solidFill>
                <a:latin typeface="Calibri"/>
              </a:rPr>
              <a:t>✦  Adobe × NVIDIA 戰略合作深度分析發布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515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一、教育訓練與授課實績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EB1700"/>
                </a:solidFill>
                <a:latin typeface="Calibri"/>
              </a:rPr>
              <a:t>4 場次 ／ 約 12 小時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303520" cy="228600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54864" cy="2286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34416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Photoshop + Express × Firefly AI 應用實務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B1700"/>
                </a:solidFill>
                <a:latin typeface="Calibri"/>
              </a:rPr>
              <a:t>📍 雲林科技大學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Firefly 生成式填充、擴展、結構與參考功能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249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PS 天空取代、一鍵移除與神經網路濾鏡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34440"/>
            <a:ext cx="5303520" cy="228600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234440"/>
            <a:ext cx="54864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34416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Illustrator × Firefly AI 向量圖形工作流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74519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/>
              </a:rPr>
              <a:t>📍 雲林科技大學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文字生成向量圖形、Mockup 建模實作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249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字體辨識與 2D 轉 3D 技術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5303520" cy="228600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54864" cy="2286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95020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CorelDRAW Graphics 2026 新產品發表會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  <a:latin typeface="Calibri"/>
              </a:rPr>
              <a:t>📍 產品推廣活動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文字生成點陣和向量圖形、重新混合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3095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Photopaint 選取遮色片功能研究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840480"/>
            <a:ext cx="5303520" cy="228600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3840480"/>
            <a:ext cx="54864" cy="2286000"/>
          </a:xfrm>
          <a:prstGeom prst="rect">
            <a:avLst/>
          </a:prstGeom>
          <a:solidFill>
            <a:srgbClr val="A8D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395020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Acrobat Sign 企業級電子簽署培訓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48056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84"/>
                </a:solidFill>
                <a:latin typeface="Calibri"/>
              </a:rPr>
              <a:t>📍 國際海洋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0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企業數位工作流導入與合約自動化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095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電子簽章安全性實務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515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二、專業內容生產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20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EB1700"/>
                </a:solidFill>
                <a:latin typeface="Calibri"/>
              </a:rPr>
              <a:t>3 支影片  ＋  6 篇專欄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5394960" cy="411480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41148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B1700"/>
                </a:solidFill>
                <a:latin typeface="Calibri"/>
              </a:rPr>
              <a:t>🎬  影音教學內容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5394960" cy="566928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▶  Adobe Illustrator × Firefly：重新定義向量設計的創作流程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50008"/>
            <a:ext cx="5394960" cy="566928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42316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▶  CorelDRAW 2026 生成式 AI 應用：智慧設計工具如何翻倍工作效率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35808"/>
            <a:ext cx="5394960" cy="566928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A9A"/>
                </a:solidFill>
                <a:latin typeface="Calibri"/>
              </a:rPr>
              <a:t>▶  （第三支影片製作中）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143000"/>
            <a:ext cx="5394960" cy="41148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143000"/>
            <a:ext cx="54864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📝  技術專欄發佈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64208"/>
            <a:ext cx="5394960" cy="749808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1664208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7007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AI 戰略合作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9933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  <a:latin typeface="Calibri"/>
              </a:rPr>
              <a:t>Adobe × NVIDIA 擴大戰略合作對 AI 代理工作流的影響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505456"/>
            <a:ext cx="5394960" cy="749808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2505456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2542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新工具應用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8346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  <a:latin typeface="Calibri"/>
              </a:rPr>
              <a:t>Adobe Stock「AI Studio」搜尋即創作新世代資源庫解析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346704"/>
            <a:ext cx="5394960" cy="749808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3346704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教育科技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6758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  <a:latin typeface="Calibri"/>
              </a:rPr>
              <a:t>Acrobat「學生空間」Beta 版 AI 學習體驗分享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187952"/>
            <a:ext cx="5394960" cy="749808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0" y="4187952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4224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資產管理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51713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  <a:latin typeface="Calibri"/>
              </a:rPr>
              <a:t>Substance 3D 資產無限存取服務對創作者的效益評估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120640"/>
            <a:ext cx="11292840" cy="13716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2920" y="5120640"/>
            <a:ext cx="1129284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5230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A9A"/>
                </a:solidFill>
                <a:latin typeface="Calibri"/>
              </a:rPr>
              <a:t>品牌影響力目標：強化 AI 講師定位，推廣 Adobe 最新技術應用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透過影音 ＋ 文字多元管道，持續輸出高品質技術知識，建立專業社群影響力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515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三、技術支援與工程項目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320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EB1700"/>
                </a:solidFill>
                <a:latin typeface="Calibri"/>
              </a:rPr>
              <a:t>本月共計 59 筆案件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4114800" cy="320040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4114800" cy="73152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EB1700"/>
                </a:solidFill>
                <a:latin typeface="Calibri"/>
              </a:rPr>
              <a:t>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技術案件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8A9A"/>
                </a:solidFill>
                <a:latin typeface="Calibri"/>
              </a:rPr>
              <a:t>本月處理總計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234440"/>
            <a:ext cx="3291840" cy="14630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0" y="1234440"/>
            <a:ext cx="3291840" cy="54864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93792" y="136245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B1700"/>
                </a:solidFill>
                <a:latin typeface="Calibri"/>
              </a:rPr>
              <a:t>Adobe Admin Console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176479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權限管理與設定最佳化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234440"/>
            <a:ext cx="3291840" cy="14630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49640" y="1234440"/>
            <a:ext cx="32918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14232" y="136245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Acrobat Sign 整合諮詢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176479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企業電子簽署工作流建置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926080"/>
            <a:ext cx="3291840" cy="14630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0" y="2926080"/>
            <a:ext cx="329184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93792" y="305409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Creative Cloud 企業部署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45643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大規模部署問題排除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2926080"/>
            <a:ext cx="3291840" cy="14630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49640" y="2926080"/>
            <a:ext cx="3291840" cy="54864"/>
          </a:xfrm>
          <a:prstGeom prst="rect">
            <a:avLst/>
          </a:prstGeom>
          <a:solidFill>
            <a:srgbClr val="A8D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14232" y="305409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D884"/>
                </a:solidFill>
                <a:latin typeface="Calibri"/>
              </a:rPr>
              <a:t>系統整合與維運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4232" y="345643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API 整合、效能調校與維護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663440"/>
            <a:ext cx="11292840" cy="16459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4663440"/>
            <a:ext cx="54864" cy="1645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736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案件處理重點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120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涵蓋系統整合、技術諮詢與日常維運三大面向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468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持續維持高效率的案件處理節奏，確保企業端服務不中斷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15583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跨部門協作溝通，提升整體問題解決速度與客戶滿意度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515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四、下月展望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A8A9A"/>
                </a:solidFill>
                <a:latin typeface="Calibri"/>
              </a:rPr>
              <a:t>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0789920" cy="14173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4864" cy="141732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B1700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1554480"/>
            <a:ext cx="36576" cy="914400"/>
          </a:xfrm>
          <a:prstGeom prst="rect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143560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優化 AI 培訓教材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892807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5"/>
                </a:solidFill>
                <a:latin typeface="Calibri"/>
              </a:rPr>
              <a:t>持續深化「生成式 AI」培訓課程，增加更多企業實際應用案例，提升學員落地能力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10789920" cy="14173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54864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B4D8"/>
                </a:solidFill>
                <a:latin typeface="Calibr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3200400"/>
            <a:ext cx="36576" cy="914400"/>
          </a:xfrm>
          <a:prstGeom prst="rect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65960" y="30815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次世代 Firefly 模型深度測試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538728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5"/>
                </a:solidFill>
                <a:latin typeface="Calibri"/>
              </a:rPr>
              <a:t>針對 Adobe × NVIDIA 合作的新一代 Firefly 模型進行深度測試，預備下季技術專題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17720"/>
            <a:ext cx="10789920" cy="14173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4617720"/>
            <a:ext cx="54864" cy="1417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800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6B35"/>
                </a:solidFill>
                <a:latin typeface="Calibr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4846320"/>
            <a:ext cx="36576" cy="914400"/>
          </a:xfrm>
          <a:prstGeom prst="rect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65960" y="47274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提升案件結案效率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184648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5"/>
                </a:solidFill>
                <a:latin typeface="Calibri"/>
              </a:rPr>
              <a:t>維持技術案件處理高效率，目標將平均結案時間進一步縮短，優化企業端服務體驗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446520"/>
            <a:ext cx="11868912" cy="34747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A"/>
                </a:solidFill>
                <a:latin typeface="Calibri"/>
              </a:rPr>
              <a:t>Adobe 技術工程師 ／ 特約講師  ·  工作進度報告  ·  2026 年 4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315</Words>
  <Application>Microsoft Macintosh PowerPoint</Application>
  <PresentationFormat>自訂</PresentationFormat>
  <Paragraphs>91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Xu, Jimmy</cp:lastModifiedBy>
  <cp:revision>1</cp:revision>
  <dcterms:created xsi:type="dcterms:W3CDTF">2013-01-27T09:14:16Z</dcterms:created>
  <dcterms:modified xsi:type="dcterms:W3CDTF">2026-05-11T08:13:44Z</dcterms:modified>
  <cp:category/>
</cp:coreProperties>
</file>