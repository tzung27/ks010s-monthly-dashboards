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4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CC9900"/>
    <a:srgbClr val="0000FF"/>
    <a:srgbClr val="008000"/>
    <a:srgbClr val="AFB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9"/>
    <p:restoredTop sz="94583"/>
  </p:normalViewPr>
  <p:slideViewPr>
    <p:cSldViewPr>
      <p:cViewPr varScale="1">
        <p:scale>
          <a:sx n="118" d="100"/>
          <a:sy n="118" d="100"/>
        </p:scale>
        <p:origin x="344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D198D5-96F1-496A-9EFD-29DDA6A38AB9}" type="doc">
      <dgm:prSet loTypeId="urn:microsoft.com/office/officeart/2005/8/layout/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TW" altLang="en-US"/>
        </a:p>
      </dgm:t>
    </dgm:pt>
    <dgm:pt modelId="{BDC500F7-06AD-47FA-BD68-1D164F19DE67}">
      <dgm:prSet phldrT="[文字]" custT="1"/>
      <dgm:spPr/>
      <dgm:t>
        <a:bodyPr/>
        <a:lstStyle/>
        <a:p>
          <a:pPr>
            <a:buFont typeface="+mj-lt"/>
            <a:buAutoNum type="arabicPeriod"/>
          </a:pP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中華航空、汎德、長榮空廚 </a:t>
          </a:r>
          <a:r>
            <a:rPr lang="en-US" altLang="zh-TW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Jamf</a:t>
          </a:r>
          <a:r>
            <a: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 相關憑證更新協助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。</a:t>
          </a:r>
        </a:p>
      </dgm:t>
    </dgm:pt>
    <dgm:pt modelId="{3677D079-DFC7-4AD6-91A3-0412EBA8AC77}" type="parTrans" cxnId="{B2999F4A-13E4-45D6-80CA-C9BFB988A1FA}">
      <dgm:prSet/>
      <dgm:spPr/>
      <dgm:t>
        <a:bodyPr/>
        <a:lstStyle/>
        <a:p>
          <a:endParaRPr lang="zh-TW" altLang="en-US" sz="12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C68249E-B188-44DB-AEAA-EE6309DA40D3}" type="sibTrans" cxnId="{B2999F4A-13E4-45D6-80CA-C9BFB988A1FA}">
      <dgm:prSet/>
      <dgm:spPr/>
      <dgm:t>
        <a:bodyPr/>
        <a:lstStyle/>
        <a:p>
          <a:endParaRPr lang="zh-TW" altLang="en-US" sz="12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D8EE9C4-CB36-411F-A646-AB57E181658D}">
      <dgm:prSet phldrT="[文字]" custT="1"/>
      <dgm:spPr/>
      <dgm:t>
        <a:bodyPr/>
        <a:lstStyle/>
        <a:p>
          <a:pPr>
            <a:buFont typeface="+mj-lt"/>
            <a:buNone/>
          </a:pP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中華航空各部處 </a:t>
          </a:r>
          <a:r>
            <a:rPr lang="en-US" altLang="zh-TW" sz="16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Jamf</a:t>
          </a:r>
          <a:r>
            <a:rPr lang="en-US" altLang="zh-TW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 Cloud &amp; iPad </a:t>
          </a:r>
          <a:r>
            <a: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問題處理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。</a:t>
          </a:r>
          <a:r>
            <a:rPr lang="en-US" altLang="zh-TW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維護服務費 </a:t>
          </a:r>
          <a:r>
            <a:rPr lang="en-US" altLang="zh-TW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$160000/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年 未稅</a:t>
          </a:r>
          <a:r>
            <a:rPr lang="en-US" altLang="zh-TW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zh-TW" altLang="en-US" sz="16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C240623-62FD-4237-BBF7-D54A7BB2FF6E}" type="parTrans" cxnId="{189C2AD1-7CD5-43D4-90DC-3AF2B5825701}">
      <dgm:prSet/>
      <dgm:spPr/>
      <dgm:t>
        <a:bodyPr/>
        <a:lstStyle/>
        <a:p>
          <a:endParaRPr lang="zh-TW" altLang="en-US" sz="12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00694E7-FC6A-4DF4-AD93-01EDEB2674B5}" type="sibTrans" cxnId="{189C2AD1-7CD5-43D4-90DC-3AF2B5825701}">
      <dgm:prSet/>
      <dgm:spPr/>
      <dgm:t>
        <a:bodyPr/>
        <a:lstStyle/>
        <a:p>
          <a:endParaRPr lang="zh-TW" altLang="en-US" sz="12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055C2BE-D75E-4C62-918E-0A3113858747}">
      <dgm:prSet phldrT="[文字]" custT="1"/>
      <dgm:spPr/>
      <dgm:t>
        <a:bodyPr/>
        <a:lstStyle/>
        <a:p>
          <a:pPr>
            <a:buFont typeface="+mj-lt"/>
            <a:buAutoNum type="arabicPeriod" startAt="4"/>
          </a:pP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彰銀資訊處 </a:t>
          </a:r>
          <a:r>
            <a:rPr lang="en-US" altLang="zh-TW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&amp; 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各分行 </a:t>
          </a:r>
          <a:r>
            <a:rPr lang="en-US" altLang="zh-TW" sz="16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Jamf</a:t>
          </a:r>
          <a:r>
            <a:rPr lang="en-US" altLang="zh-TW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 Cloud &amp; iPad </a:t>
          </a:r>
          <a:r>
            <a: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問題處理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。</a:t>
          </a:r>
          <a:r>
            <a:rPr lang="en-US" altLang="zh-TW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維護服務費 </a:t>
          </a:r>
          <a:r>
            <a:rPr lang="en-US" altLang="zh-TW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$100000/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年 未稅</a:t>
          </a:r>
          <a:r>
            <a:rPr lang="en-US" altLang="zh-TW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zh-TW" altLang="en-US" sz="16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92A9DA6-4DBA-4CAC-AC1F-8AEDC26B1D53}" type="parTrans" cxnId="{5C5D2C25-673F-486A-A31F-1A0DE6400613}">
      <dgm:prSet/>
      <dgm:spPr/>
      <dgm:t>
        <a:bodyPr/>
        <a:lstStyle/>
        <a:p>
          <a:endParaRPr lang="zh-TW" altLang="en-US" sz="12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8451F91-588A-4404-B697-12D078D9E142}" type="sibTrans" cxnId="{5C5D2C25-673F-486A-A31F-1A0DE6400613}">
      <dgm:prSet/>
      <dgm:spPr/>
      <dgm:t>
        <a:bodyPr/>
        <a:lstStyle/>
        <a:p>
          <a:endParaRPr lang="zh-TW" altLang="en-US" sz="12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E5BF83C-9D74-4869-A43D-DBF65CCC888E}">
      <dgm:prSet phldrT="[文字]" custT="1"/>
      <dgm:spPr/>
      <dgm:t>
        <a:bodyPr/>
        <a:lstStyle/>
        <a:p>
          <a:pPr>
            <a:buFont typeface="+mj-lt"/>
            <a:buAutoNum type="arabicPeriod" startAt="5"/>
          </a:pPr>
          <a:r>
            <a:rPr lang="zh-TW" altLang="en-US" sz="1600" b="0" i="0" dirty="0"/>
            <a:t>中華賓士、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凱基人壽、長榮空廚、台中市政府衛生局 </a:t>
          </a:r>
          <a:r>
            <a:rPr lang="en-US" altLang="zh-TW" sz="16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Jamf</a:t>
          </a:r>
          <a:r>
            <a:rPr lang="en-US" altLang="zh-TW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 Pro/Cloud &amp; iPad </a:t>
          </a:r>
          <a:r>
            <a: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問題處理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。</a:t>
          </a:r>
        </a:p>
      </dgm:t>
    </dgm:pt>
    <dgm:pt modelId="{3237C62C-2AC1-4359-BA09-7AEC7FF261BA}" type="parTrans" cxnId="{3EF73610-F540-47BD-918F-4EBD4105146A}">
      <dgm:prSet/>
      <dgm:spPr/>
      <dgm:t>
        <a:bodyPr/>
        <a:lstStyle/>
        <a:p>
          <a:endParaRPr lang="zh-TW" altLang="en-US" sz="12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5CCAF9-1D8B-46C5-AA2B-2ADE1E33205A}" type="sibTrans" cxnId="{3EF73610-F540-47BD-918F-4EBD4105146A}">
      <dgm:prSet/>
      <dgm:spPr/>
      <dgm:t>
        <a:bodyPr/>
        <a:lstStyle/>
        <a:p>
          <a:endParaRPr lang="zh-TW" altLang="en-US" sz="12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7C7138A-C910-40B7-92C4-42C974815A88}">
      <dgm:prSet phldrT="[文字]" custT="1"/>
      <dgm:spPr/>
      <dgm:t>
        <a:bodyPr/>
        <a:lstStyle/>
        <a:p>
          <a:pPr>
            <a:buFont typeface="+mj-lt"/>
            <a:buAutoNum type="arabicPeriod" startAt="5"/>
          </a:pP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聯新醫院 </a:t>
          </a:r>
          <a:r>
            <a:rPr lang="en-US" altLang="zh-TW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iPad * 2 </a:t>
          </a:r>
          <a:r>
            <a: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手動 </a:t>
          </a:r>
          <a:r>
            <a:rPr lang="en-US" altLang="zh-TW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ADE</a:t>
          </a:r>
          <a:r>
            <a: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處理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，收費 </a:t>
          </a:r>
          <a:r>
            <a:rPr lang="en-US" altLang="zh-TW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$1000/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台</a:t>
          </a:r>
          <a:r>
            <a:rPr lang="en-US" altLang="zh-TW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未稅</a:t>
          </a:r>
          <a:r>
            <a:rPr lang="en-US" altLang="zh-TW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。</a:t>
          </a:r>
          <a:endParaRPr lang="en-US" altLang="zh-TW" sz="16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80B33D-4A72-48F4-BC50-7FAEAD540B02}" type="parTrans" cxnId="{13F3EAAA-50CC-497E-BE8E-3139FB8E3973}">
      <dgm:prSet/>
      <dgm:spPr/>
      <dgm:t>
        <a:bodyPr/>
        <a:lstStyle/>
        <a:p>
          <a:endParaRPr lang="zh-TW" altLang="en-US" sz="12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C04CFB7-0524-43CD-A176-1BF78E3F9F6C}" type="sibTrans" cxnId="{13F3EAAA-50CC-497E-BE8E-3139FB8E3973}">
      <dgm:prSet/>
      <dgm:spPr/>
      <dgm:t>
        <a:bodyPr/>
        <a:lstStyle/>
        <a:p>
          <a:endParaRPr lang="zh-TW" altLang="en-US" sz="12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092D362-278D-4276-AA44-A8771CD1F3A4}">
      <dgm:prSet phldrT="[文字]" custT="1"/>
      <dgm:spPr/>
      <dgm:t>
        <a:bodyPr/>
        <a:lstStyle/>
        <a:p>
          <a:pPr>
            <a:buFont typeface="+mj-lt"/>
            <a:buAutoNum type="arabicPeriod" startAt="2"/>
          </a:pP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中華賓士 工廠 </a:t>
          </a:r>
          <a:r>
            <a:rPr lang="en-US" altLang="zh-TW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iPad</a:t>
          </a:r>
          <a:r>
            <a: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專案 </a:t>
          </a:r>
          <a:r>
            <a:rPr lang="en-US" altLang="zh-TW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&amp; </a:t>
          </a:r>
          <a:r>
            <a:rPr lang="en-US" altLang="zh-TW" sz="16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Jamf</a:t>
          </a:r>
          <a:r>
            <a:rPr lang="en-US" altLang="zh-TW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 Pro MDM</a:t>
          </a:r>
          <a:r>
            <a: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zh-TW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POC</a:t>
          </a:r>
          <a:r>
            <a: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測試與導入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。 </a:t>
          </a:r>
        </a:p>
      </dgm:t>
    </dgm:pt>
    <dgm:pt modelId="{D2C6538F-6645-48CB-BC14-B43BB79D5408}" type="parTrans" cxnId="{1314604D-26F9-42CE-B0A6-229EB25E234C}">
      <dgm:prSet/>
      <dgm:spPr/>
      <dgm:t>
        <a:bodyPr/>
        <a:lstStyle/>
        <a:p>
          <a:endParaRPr lang="zh-TW" altLang="en-US" sz="12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BE8D5C3-C2BE-4DDE-AFCF-C3ED91224F41}" type="sibTrans" cxnId="{1314604D-26F9-42CE-B0A6-229EB25E234C}">
      <dgm:prSet/>
      <dgm:spPr/>
      <dgm:t>
        <a:bodyPr/>
        <a:lstStyle/>
        <a:p>
          <a:endParaRPr lang="zh-TW" altLang="en-US" sz="12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3BB3FCF-DB99-4656-A105-07A9D4702C05}">
      <dgm:prSet phldrT="[文字]" custT="1"/>
      <dgm:spPr/>
      <dgm:t>
        <a:bodyPr/>
        <a:lstStyle/>
        <a:p>
          <a:pPr>
            <a:buFont typeface="+mj-lt"/>
            <a:buAutoNum type="arabicPeriod" startAt="2"/>
          </a:pP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華航空服處 </a:t>
          </a:r>
          <a:r>
            <a:rPr lang="en-US" altLang="zh-TW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&amp; 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航務處 </a:t>
          </a:r>
          <a:r>
            <a:rPr lang="en-US" altLang="zh-TW" sz="16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Jamf</a:t>
          </a:r>
          <a:r>
            <a:rPr lang="en-US" altLang="zh-TW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 Protect for iOS onboarding &amp; training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。</a:t>
          </a:r>
          <a:r>
            <a:rPr lang="en-US" altLang="zh-TW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待</a:t>
          </a:r>
          <a:r>
            <a:rPr lang="en-US" altLang="zh-TW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PM Team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安排時間</a:t>
          </a:r>
          <a:r>
            <a:rPr lang="en-US" altLang="zh-TW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zh-TW" altLang="en-US" sz="16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C1019D0-E687-46E1-8158-82E5716A5577}" type="parTrans" cxnId="{9A0E8737-BDD5-45F0-9FB0-4DDA993A0D18}">
      <dgm:prSet/>
      <dgm:spPr/>
      <dgm:t>
        <a:bodyPr/>
        <a:lstStyle/>
        <a:p>
          <a:endParaRPr lang="zh-TW" altLang="en-US" sz="12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C305136-7AD9-4531-98C8-B6B6B3488670}" type="sibTrans" cxnId="{9A0E8737-BDD5-45F0-9FB0-4DDA993A0D18}">
      <dgm:prSet/>
      <dgm:spPr/>
      <dgm:t>
        <a:bodyPr/>
        <a:lstStyle/>
        <a:p>
          <a:endParaRPr lang="zh-TW" altLang="en-US" sz="12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10B2B34-3EE6-47C0-86BD-7DB6CC7297D9}" type="pres">
      <dgm:prSet presAssocID="{ECD198D5-96F1-496A-9EFD-29DDA6A38AB9}" presName="linear" presStyleCnt="0">
        <dgm:presLayoutVars>
          <dgm:dir/>
          <dgm:animLvl val="lvl"/>
          <dgm:resizeHandles val="exact"/>
        </dgm:presLayoutVars>
      </dgm:prSet>
      <dgm:spPr/>
    </dgm:pt>
    <dgm:pt modelId="{BDAC20B3-1E8F-45AD-B6A0-894DD583B027}" type="pres">
      <dgm:prSet presAssocID="{BDC500F7-06AD-47FA-BD68-1D164F19DE67}" presName="parentLin" presStyleCnt="0"/>
      <dgm:spPr/>
    </dgm:pt>
    <dgm:pt modelId="{23D8473C-5B8E-4E43-A029-FA752385E766}" type="pres">
      <dgm:prSet presAssocID="{BDC500F7-06AD-47FA-BD68-1D164F19DE67}" presName="parentLeftMargin" presStyleLbl="node1" presStyleIdx="0" presStyleCnt="7"/>
      <dgm:spPr/>
    </dgm:pt>
    <dgm:pt modelId="{F7617D8E-C43B-4506-A102-FE6DEB36C5C8}" type="pres">
      <dgm:prSet presAssocID="{BDC500F7-06AD-47FA-BD68-1D164F19DE67}" presName="parentText" presStyleLbl="node1" presStyleIdx="0" presStyleCnt="7" custScaleX="137110" custScaleY="150094">
        <dgm:presLayoutVars>
          <dgm:chMax val="0"/>
          <dgm:bulletEnabled val="1"/>
        </dgm:presLayoutVars>
      </dgm:prSet>
      <dgm:spPr/>
    </dgm:pt>
    <dgm:pt modelId="{3E74D9FD-424E-47BA-8A62-2DE74B716E2E}" type="pres">
      <dgm:prSet presAssocID="{BDC500F7-06AD-47FA-BD68-1D164F19DE67}" presName="negativeSpace" presStyleCnt="0"/>
      <dgm:spPr/>
    </dgm:pt>
    <dgm:pt modelId="{606770C3-89DE-4E73-86D9-FDF3A7EE7AC6}" type="pres">
      <dgm:prSet presAssocID="{BDC500F7-06AD-47FA-BD68-1D164F19DE67}" presName="childText" presStyleLbl="conFgAcc1" presStyleIdx="0" presStyleCnt="7">
        <dgm:presLayoutVars>
          <dgm:bulletEnabled val="1"/>
        </dgm:presLayoutVars>
      </dgm:prSet>
      <dgm:spPr/>
    </dgm:pt>
    <dgm:pt modelId="{C7B24505-F002-47E9-9E0E-F42C061E6A23}" type="pres">
      <dgm:prSet presAssocID="{1C68249E-B188-44DB-AEAA-EE6309DA40D3}" presName="spaceBetweenRectangles" presStyleCnt="0"/>
      <dgm:spPr/>
    </dgm:pt>
    <dgm:pt modelId="{90878596-79C3-4340-9725-B28FB2BD26E9}" type="pres">
      <dgm:prSet presAssocID="{3D8EE9C4-CB36-411F-A646-AB57E181658D}" presName="parentLin" presStyleCnt="0"/>
      <dgm:spPr/>
    </dgm:pt>
    <dgm:pt modelId="{AC15EADC-26B2-41BB-A3F5-0BE746846086}" type="pres">
      <dgm:prSet presAssocID="{3D8EE9C4-CB36-411F-A646-AB57E181658D}" presName="parentLeftMargin" presStyleLbl="node1" presStyleIdx="0" presStyleCnt="7"/>
      <dgm:spPr/>
    </dgm:pt>
    <dgm:pt modelId="{9336239D-1EA2-4A6F-A36A-B810283A6C17}" type="pres">
      <dgm:prSet presAssocID="{3D8EE9C4-CB36-411F-A646-AB57E181658D}" presName="parentText" presStyleLbl="node1" presStyleIdx="1" presStyleCnt="7" custScaleX="142857" custScaleY="150094">
        <dgm:presLayoutVars>
          <dgm:chMax val="0"/>
          <dgm:bulletEnabled val="1"/>
        </dgm:presLayoutVars>
      </dgm:prSet>
      <dgm:spPr/>
    </dgm:pt>
    <dgm:pt modelId="{E41C86ED-7246-4A8E-9FA6-2B50FEFD9B21}" type="pres">
      <dgm:prSet presAssocID="{3D8EE9C4-CB36-411F-A646-AB57E181658D}" presName="negativeSpace" presStyleCnt="0"/>
      <dgm:spPr/>
    </dgm:pt>
    <dgm:pt modelId="{D3E74EDE-C346-4C12-8FFA-87A5A7951833}" type="pres">
      <dgm:prSet presAssocID="{3D8EE9C4-CB36-411F-A646-AB57E181658D}" presName="childText" presStyleLbl="conFgAcc1" presStyleIdx="1" presStyleCnt="7">
        <dgm:presLayoutVars>
          <dgm:bulletEnabled val="1"/>
        </dgm:presLayoutVars>
      </dgm:prSet>
      <dgm:spPr/>
    </dgm:pt>
    <dgm:pt modelId="{D99B29DF-4253-4FEA-B629-FD34FA2822B5}" type="pres">
      <dgm:prSet presAssocID="{600694E7-FC6A-4DF4-AD93-01EDEB2674B5}" presName="spaceBetweenRectangles" presStyleCnt="0"/>
      <dgm:spPr/>
    </dgm:pt>
    <dgm:pt modelId="{9C0F1A48-20EB-45A5-8C7B-96F33E115A93}" type="pres">
      <dgm:prSet presAssocID="{1055C2BE-D75E-4C62-918E-0A3113858747}" presName="parentLin" presStyleCnt="0"/>
      <dgm:spPr/>
    </dgm:pt>
    <dgm:pt modelId="{E0BFBA91-D03A-472E-81CC-8C93CA64F520}" type="pres">
      <dgm:prSet presAssocID="{1055C2BE-D75E-4C62-918E-0A3113858747}" presName="parentLeftMargin" presStyleLbl="node1" presStyleIdx="1" presStyleCnt="7"/>
      <dgm:spPr/>
    </dgm:pt>
    <dgm:pt modelId="{36DCCC35-65A4-4998-A589-62B6B5EF338C}" type="pres">
      <dgm:prSet presAssocID="{1055C2BE-D75E-4C62-918E-0A3113858747}" presName="parentText" presStyleLbl="node1" presStyleIdx="2" presStyleCnt="7" custScaleX="142857" custScaleY="150094">
        <dgm:presLayoutVars>
          <dgm:chMax val="0"/>
          <dgm:bulletEnabled val="1"/>
        </dgm:presLayoutVars>
      </dgm:prSet>
      <dgm:spPr/>
    </dgm:pt>
    <dgm:pt modelId="{5ADC849C-E6F8-4CD5-A925-7742A28209B0}" type="pres">
      <dgm:prSet presAssocID="{1055C2BE-D75E-4C62-918E-0A3113858747}" presName="negativeSpace" presStyleCnt="0"/>
      <dgm:spPr/>
    </dgm:pt>
    <dgm:pt modelId="{7474F277-EA74-4B47-BF19-9DF459B82E5A}" type="pres">
      <dgm:prSet presAssocID="{1055C2BE-D75E-4C62-918E-0A3113858747}" presName="childText" presStyleLbl="conFgAcc1" presStyleIdx="2" presStyleCnt="7">
        <dgm:presLayoutVars>
          <dgm:bulletEnabled val="1"/>
        </dgm:presLayoutVars>
      </dgm:prSet>
      <dgm:spPr/>
    </dgm:pt>
    <dgm:pt modelId="{8D4E74F2-9B2F-47E5-A20A-02212D4D720C}" type="pres">
      <dgm:prSet presAssocID="{68451F91-588A-4404-B697-12D078D9E142}" presName="spaceBetweenRectangles" presStyleCnt="0"/>
      <dgm:spPr/>
    </dgm:pt>
    <dgm:pt modelId="{151DDDA3-2158-4E3F-9F2F-6F96D0ACF887}" type="pres">
      <dgm:prSet presAssocID="{EE5BF83C-9D74-4869-A43D-DBF65CCC888E}" presName="parentLin" presStyleCnt="0"/>
      <dgm:spPr/>
    </dgm:pt>
    <dgm:pt modelId="{D8F4D2F5-B680-48CB-895E-D1CF1C29ECF7}" type="pres">
      <dgm:prSet presAssocID="{EE5BF83C-9D74-4869-A43D-DBF65CCC888E}" presName="parentLeftMargin" presStyleLbl="node1" presStyleIdx="2" presStyleCnt="7"/>
      <dgm:spPr/>
    </dgm:pt>
    <dgm:pt modelId="{C69D2C59-A014-4C10-BCA1-96C0B7FD2CFE}" type="pres">
      <dgm:prSet presAssocID="{EE5BF83C-9D74-4869-A43D-DBF65CCC888E}" presName="parentText" presStyleLbl="node1" presStyleIdx="3" presStyleCnt="7" custScaleX="142857" custScaleY="150094">
        <dgm:presLayoutVars>
          <dgm:chMax val="0"/>
          <dgm:bulletEnabled val="1"/>
        </dgm:presLayoutVars>
      </dgm:prSet>
      <dgm:spPr/>
    </dgm:pt>
    <dgm:pt modelId="{E21A3128-3BDB-4BF5-ADB2-819947A5A48A}" type="pres">
      <dgm:prSet presAssocID="{EE5BF83C-9D74-4869-A43D-DBF65CCC888E}" presName="negativeSpace" presStyleCnt="0"/>
      <dgm:spPr/>
    </dgm:pt>
    <dgm:pt modelId="{B8DD0F69-428B-4BA9-AB91-8317CD79A56A}" type="pres">
      <dgm:prSet presAssocID="{EE5BF83C-9D74-4869-A43D-DBF65CCC888E}" presName="childText" presStyleLbl="conFgAcc1" presStyleIdx="3" presStyleCnt="7">
        <dgm:presLayoutVars>
          <dgm:bulletEnabled val="1"/>
        </dgm:presLayoutVars>
      </dgm:prSet>
      <dgm:spPr/>
    </dgm:pt>
    <dgm:pt modelId="{DF15CCFD-73AE-4CDD-B39E-925E4F3991D8}" type="pres">
      <dgm:prSet presAssocID="{9D5CCAF9-1D8B-46C5-AA2B-2ADE1E33205A}" presName="spaceBetweenRectangles" presStyleCnt="0"/>
      <dgm:spPr/>
    </dgm:pt>
    <dgm:pt modelId="{F51349B4-B500-45E0-8A32-12D23CBF8DD9}" type="pres">
      <dgm:prSet presAssocID="{77C7138A-C910-40B7-92C4-42C974815A88}" presName="parentLin" presStyleCnt="0"/>
      <dgm:spPr/>
    </dgm:pt>
    <dgm:pt modelId="{4D5F67F0-6FDC-4996-A28A-524D2D7377EE}" type="pres">
      <dgm:prSet presAssocID="{77C7138A-C910-40B7-92C4-42C974815A88}" presName="parentLeftMargin" presStyleLbl="node1" presStyleIdx="3" presStyleCnt="7"/>
      <dgm:spPr/>
    </dgm:pt>
    <dgm:pt modelId="{53B8A0B6-E449-44FF-9E54-5524397D24B3}" type="pres">
      <dgm:prSet presAssocID="{77C7138A-C910-40B7-92C4-42C974815A88}" presName="parentText" presStyleLbl="node1" presStyleIdx="4" presStyleCnt="7" custScaleX="142857" custScaleY="150094">
        <dgm:presLayoutVars>
          <dgm:chMax val="0"/>
          <dgm:bulletEnabled val="1"/>
        </dgm:presLayoutVars>
      </dgm:prSet>
      <dgm:spPr/>
    </dgm:pt>
    <dgm:pt modelId="{C95A8513-CF52-4161-9B56-5A20B9708AE1}" type="pres">
      <dgm:prSet presAssocID="{77C7138A-C910-40B7-92C4-42C974815A88}" presName="negativeSpace" presStyleCnt="0"/>
      <dgm:spPr/>
    </dgm:pt>
    <dgm:pt modelId="{F6AC688B-A7D0-4600-95DC-DC86CAA7F8CA}" type="pres">
      <dgm:prSet presAssocID="{77C7138A-C910-40B7-92C4-42C974815A88}" presName="childText" presStyleLbl="conFgAcc1" presStyleIdx="4" presStyleCnt="7">
        <dgm:presLayoutVars>
          <dgm:bulletEnabled val="1"/>
        </dgm:presLayoutVars>
      </dgm:prSet>
      <dgm:spPr/>
    </dgm:pt>
    <dgm:pt modelId="{1F921EC3-F7FC-4AE6-ADB3-1E8658DA8324}" type="pres">
      <dgm:prSet presAssocID="{6C04CFB7-0524-43CD-A176-1BF78E3F9F6C}" presName="spaceBetweenRectangles" presStyleCnt="0"/>
      <dgm:spPr/>
    </dgm:pt>
    <dgm:pt modelId="{8E8676C3-E5C0-4C21-A1EA-17FE03E7689A}" type="pres">
      <dgm:prSet presAssocID="{7092D362-278D-4276-AA44-A8771CD1F3A4}" presName="parentLin" presStyleCnt="0"/>
      <dgm:spPr/>
    </dgm:pt>
    <dgm:pt modelId="{01C83560-BE03-4F7C-9B89-D7922AA8A3F4}" type="pres">
      <dgm:prSet presAssocID="{7092D362-278D-4276-AA44-A8771CD1F3A4}" presName="parentLeftMargin" presStyleLbl="node1" presStyleIdx="4" presStyleCnt="7"/>
      <dgm:spPr/>
    </dgm:pt>
    <dgm:pt modelId="{5E284A99-B3DE-4A74-9D81-3FE5F9292B73}" type="pres">
      <dgm:prSet presAssocID="{7092D362-278D-4276-AA44-A8771CD1F3A4}" presName="parentText" presStyleLbl="node1" presStyleIdx="5" presStyleCnt="7" custScaleX="137402" custScaleY="150094">
        <dgm:presLayoutVars>
          <dgm:chMax val="0"/>
          <dgm:bulletEnabled val="1"/>
        </dgm:presLayoutVars>
      </dgm:prSet>
      <dgm:spPr/>
    </dgm:pt>
    <dgm:pt modelId="{A2C104CD-C61D-4C35-8E20-0298773A2582}" type="pres">
      <dgm:prSet presAssocID="{7092D362-278D-4276-AA44-A8771CD1F3A4}" presName="negativeSpace" presStyleCnt="0"/>
      <dgm:spPr/>
    </dgm:pt>
    <dgm:pt modelId="{96AA3259-2E52-4DC3-8C87-B111035F8C75}" type="pres">
      <dgm:prSet presAssocID="{7092D362-278D-4276-AA44-A8771CD1F3A4}" presName="childText" presStyleLbl="conFgAcc1" presStyleIdx="5" presStyleCnt="7">
        <dgm:presLayoutVars>
          <dgm:bulletEnabled val="1"/>
        </dgm:presLayoutVars>
      </dgm:prSet>
      <dgm:spPr/>
    </dgm:pt>
    <dgm:pt modelId="{2ECD5E50-E776-4D4D-BE2E-D0761C75F417}" type="pres">
      <dgm:prSet presAssocID="{9BE8D5C3-C2BE-4DDE-AFCF-C3ED91224F41}" presName="spaceBetweenRectangles" presStyleCnt="0"/>
      <dgm:spPr/>
    </dgm:pt>
    <dgm:pt modelId="{6F03586C-03DA-4971-A97E-57225C521ED7}" type="pres">
      <dgm:prSet presAssocID="{43BB3FCF-DB99-4656-A105-07A9D4702C05}" presName="parentLin" presStyleCnt="0"/>
      <dgm:spPr/>
    </dgm:pt>
    <dgm:pt modelId="{F4CCC3F7-2990-49FC-8D35-69D3B0E8C31F}" type="pres">
      <dgm:prSet presAssocID="{43BB3FCF-DB99-4656-A105-07A9D4702C05}" presName="parentLeftMargin" presStyleLbl="node1" presStyleIdx="5" presStyleCnt="7"/>
      <dgm:spPr/>
    </dgm:pt>
    <dgm:pt modelId="{C3110D33-E195-407B-95DE-D3667A958F32}" type="pres">
      <dgm:prSet presAssocID="{43BB3FCF-DB99-4656-A105-07A9D4702C05}" presName="parentText" presStyleLbl="node1" presStyleIdx="6" presStyleCnt="7" custScaleX="142857" custScaleY="150094">
        <dgm:presLayoutVars>
          <dgm:chMax val="0"/>
          <dgm:bulletEnabled val="1"/>
        </dgm:presLayoutVars>
      </dgm:prSet>
      <dgm:spPr/>
    </dgm:pt>
    <dgm:pt modelId="{9AE1F804-A7FF-41CB-94A0-1AF72B77EA00}" type="pres">
      <dgm:prSet presAssocID="{43BB3FCF-DB99-4656-A105-07A9D4702C05}" presName="negativeSpace" presStyleCnt="0"/>
      <dgm:spPr/>
    </dgm:pt>
    <dgm:pt modelId="{CE684670-CDE1-4F8F-825E-1D6FFD6E1691}" type="pres">
      <dgm:prSet presAssocID="{43BB3FCF-DB99-4656-A105-07A9D4702C05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2C2D6F00-CC6C-466F-9BFE-9F2E4DF936CC}" type="presOf" srcId="{1055C2BE-D75E-4C62-918E-0A3113858747}" destId="{36DCCC35-65A4-4998-A589-62B6B5EF338C}" srcOrd="1" destOrd="0" presId="urn:microsoft.com/office/officeart/2005/8/layout/list1"/>
    <dgm:cxn modelId="{3EF73610-F540-47BD-918F-4EBD4105146A}" srcId="{ECD198D5-96F1-496A-9EFD-29DDA6A38AB9}" destId="{EE5BF83C-9D74-4869-A43D-DBF65CCC888E}" srcOrd="3" destOrd="0" parTransId="{3237C62C-2AC1-4359-BA09-7AEC7FF261BA}" sibTransId="{9D5CCAF9-1D8B-46C5-AA2B-2ADE1E33205A}"/>
    <dgm:cxn modelId="{AADA3215-004D-446D-ACD1-A441E449390E}" type="presOf" srcId="{7092D362-278D-4276-AA44-A8771CD1F3A4}" destId="{5E284A99-B3DE-4A74-9D81-3FE5F9292B73}" srcOrd="1" destOrd="0" presId="urn:microsoft.com/office/officeart/2005/8/layout/list1"/>
    <dgm:cxn modelId="{888C4622-EFC5-4A49-A19B-9CC92CC4FE02}" type="presOf" srcId="{3D8EE9C4-CB36-411F-A646-AB57E181658D}" destId="{9336239D-1EA2-4A6F-A36A-B810283A6C17}" srcOrd="1" destOrd="0" presId="urn:microsoft.com/office/officeart/2005/8/layout/list1"/>
    <dgm:cxn modelId="{5C5D2C25-673F-486A-A31F-1A0DE6400613}" srcId="{ECD198D5-96F1-496A-9EFD-29DDA6A38AB9}" destId="{1055C2BE-D75E-4C62-918E-0A3113858747}" srcOrd="2" destOrd="0" parTransId="{392A9DA6-4DBA-4CAC-AC1F-8AEDC26B1D53}" sibTransId="{68451F91-588A-4404-B697-12D078D9E142}"/>
    <dgm:cxn modelId="{8599582A-9223-45A6-AA4F-FCC580313320}" type="presOf" srcId="{77C7138A-C910-40B7-92C4-42C974815A88}" destId="{53B8A0B6-E449-44FF-9E54-5524397D24B3}" srcOrd="1" destOrd="0" presId="urn:microsoft.com/office/officeart/2005/8/layout/list1"/>
    <dgm:cxn modelId="{E4E9AE31-B307-4782-AF1E-0EB8B2E243C5}" type="presOf" srcId="{3D8EE9C4-CB36-411F-A646-AB57E181658D}" destId="{AC15EADC-26B2-41BB-A3F5-0BE746846086}" srcOrd="0" destOrd="0" presId="urn:microsoft.com/office/officeart/2005/8/layout/list1"/>
    <dgm:cxn modelId="{9B8B2633-1080-4454-AD86-4FAF75BC6D66}" type="presOf" srcId="{BDC500F7-06AD-47FA-BD68-1D164F19DE67}" destId="{F7617D8E-C43B-4506-A102-FE6DEB36C5C8}" srcOrd="1" destOrd="0" presId="urn:microsoft.com/office/officeart/2005/8/layout/list1"/>
    <dgm:cxn modelId="{9A0E8737-BDD5-45F0-9FB0-4DDA993A0D18}" srcId="{ECD198D5-96F1-496A-9EFD-29DDA6A38AB9}" destId="{43BB3FCF-DB99-4656-A105-07A9D4702C05}" srcOrd="6" destOrd="0" parTransId="{5C1019D0-E687-46E1-8158-82E5716A5577}" sibTransId="{7C305136-7AD9-4531-98C8-B6B6B3488670}"/>
    <dgm:cxn modelId="{90B90F43-73EB-4650-8CF1-1AD83E806914}" type="presOf" srcId="{43BB3FCF-DB99-4656-A105-07A9D4702C05}" destId="{F4CCC3F7-2990-49FC-8D35-69D3B0E8C31F}" srcOrd="0" destOrd="0" presId="urn:microsoft.com/office/officeart/2005/8/layout/list1"/>
    <dgm:cxn modelId="{B2999F4A-13E4-45D6-80CA-C9BFB988A1FA}" srcId="{ECD198D5-96F1-496A-9EFD-29DDA6A38AB9}" destId="{BDC500F7-06AD-47FA-BD68-1D164F19DE67}" srcOrd="0" destOrd="0" parTransId="{3677D079-DFC7-4AD6-91A3-0412EBA8AC77}" sibTransId="{1C68249E-B188-44DB-AEAA-EE6309DA40D3}"/>
    <dgm:cxn modelId="{D8AF354B-B2A2-4245-8899-ED86F5E298E3}" type="presOf" srcId="{1055C2BE-D75E-4C62-918E-0A3113858747}" destId="{E0BFBA91-D03A-472E-81CC-8C93CA64F520}" srcOrd="0" destOrd="0" presId="urn:microsoft.com/office/officeart/2005/8/layout/list1"/>
    <dgm:cxn modelId="{1314604D-26F9-42CE-B0A6-229EB25E234C}" srcId="{ECD198D5-96F1-496A-9EFD-29DDA6A38AB9}" destId="{7092D362-278D-4276-AA44-A8771CD1F3A4}" srcOrd="5" destOrd="0" parTransId="{D2C6538F-6645-48CB-BC14-B43BB79D5408}" sibTransId="{9BE8D5C3-C2BE-4DDE-AFCF-C3ED91224F41}"/>
    <dgm:cxn modelId="{FDC95D4E-07E2-482A-91CC-C5C3D2E340B7}" type="presOf" srcId="{BDC500F7-06AD-47FA-BD68-1D164F19DE67}" destId="{23D8473C-5B8E-4E43-A029-FA752385E766}" srcOrd="0" destOrd="0" presId="urn:microsoft.com/office/officeart/2005/8/layout/list1"/>
    <dgm:cxn modelId="{C9CF0085-9F44-44A8-9371-46A2D1A1A94B}" type="presOf" srcId="{43BB3FCF-DB99-4656-A105-07A9D4702C05}" destId="{C3110D33-E195-407B-95DE-D3667A958F32}" srcOrd="1" destOrd="0" presId="urn:microsoft.com/office/officeart/2005/8/layout/list1"/>
    <dgm:cxn modelId="{E3CA01A0-A5EA-415D-A329-164D2BBEB3B5}" type="presOf" srcId="{EE5BF83C-9D74-4869-A43D-DBF65CCC888E}" destId="{D8F4D2F5-B680-48CB-895E-D1CF1C29ECF7}" srcOrd="0" destOrd="0" presId="urn:microsoft.com/office/officeart/2005/8/layout/list1"/>
    <dgm:cxn modelId="{421F7CA6-B3D7-4A15-AC6C-376584D80EE5}" type="presOf" srcId="{ECD198D5-96F1-496A-9EFD-29DDA6A38AB9}" destId="{810B2B34-3EE6-47C0-86BD-7DB6CC7297D9}" srcOrd="0" destOrd="0" presId="urn:microsoft.com/office/officeart/2005/8/layout/list1"/>
    <dgm:cxn modelId="{13F3EAAA-50CC-497E-BE8E-3139FB8E3973}" srcId="{ECD198D5-96F1-496A-9EFD-29DDA6A38AB9}" destId="{77C7138A-C910-40B7-92C4-42C974815A88}" srcOrd="4" destOrd="0" parTransId="{0080B33D-4A72-48F4-BC50-7FAEAD540B02}" sibTransId="{6C04CFB7-0524-43CD-A176-1BF78E3F9F6C}"/>
    <dgm:cxn modelId="{D82B6DB7-1793-40E5-87DA-FD8A0E707801}" type="presOf" srcId="{EE5BF83C-9D74-4869-A43D-DBF65CCC888E}" destId="{C69D2C59-A014-4C10-BCA1-96C0B7FD2CFE}" srcOrd="1" destOrd="0" presId="urn:microsoft.com/office/officeart/2005/8/layout/list1"/>
    <dgm:cxn modelId="{FA7207C7-0385-4E79-AF4D-7C90E5518AFD}" type="presOf" srcId="{77C7138A-C910-40B7-92C4-42C974815A88}" destId="{4D5F67F0-6FDC-4996-A28A-524D2D7377EE}" srcOrd="0" destOrd="0" presId="urn:microsoft.com/office/officeart/2005/8/layout/list1"/>
    <dgm:cxn modelId="{189C2AD1-7CD5-43D4-90DC-3AF2B5825701}" srcId="{ECD198D5-96F1-496A-9EFD-29DDA6A38AB9}" destId="{3D8EE9C4-CB36-411F-A646-AB57E181658D}" srcOrd="1" destOrd="0" parTransId="{CC240623-62FD-4237-BBF7-D54A7BB2FF6E}" sibTransId="{600694E7-FC6A-4DF4-AD93-01EDEB2674B5}"/>
    <dgm:cxn modelId="{AC3812E1-81EA-4A95-B728-3B23CBCC3C01}" type="presOf" srcId="{7092D362-278D-4276-AA44-A8771CD1F3A4}" destId="{01C83560-BE03-4F7C-9B89-D7922AA8A3F4}" srcOrd="0" destOrd="0" presId="urn:microsoft.com/office/officeart/2005/8/layout/list1"/>
    <dgm:cxn modelId="{F21EEBEC-855F-49A9-87D8-F3572C353242}" type="presParOf" srcId="{810B2B34-3EE6-47C0-86BD-7DB6CC7297D9}" destId="{BDAC20B3-1E8F-45AD-B6A0-894DD583B027}" srcOrd="0" destOrd="0" presId="urn:microsoft.com/office/officeart/2005/8/layout/list1"/>
    <dgm:cxn modelId="{D58F5412-5E19-418E-87F7-40E7D49684C6}" type="presParOf" srcId="{BDAC20B3-1E8F-45AD-B6A0-894DD583B027}" destId="{23D8473C-5B8E-4E43-A029-FA752385E766}" srcOrd="0" destOrd="0" presId="urn:microsoft.com/office/officeart/2005/8/layout/list1"/>
    <dgm:cxn modelId="{8635524F-5DC3-417F-9392-46CBAA26F9B1}" type="presParOf" srcId="{BDAC20B3-1E8F-45AD-B6A0-894DD583B027}" destId="{F7617D8E-C43B-4506-A102-FE6DEB36C5C8}" srcOrd="1" destOrd="0" presId="urn:microsoft.com/office/officeart/2005/8/layout/list1"/>
    <dgm:cxn modelId="{36B8E991-3FA8-4C73-9DF5-D0B20F0BE0F7}" type="presParOf" srcId="{810B2B34-3EE6-47C0-86BD-7DB6CC7297D9}" destId="{3E74D9FD-424E-47BA-8A62-2DE74B716E2E}" srcOrd="1" destOrd="0" presId="urn:microsoft.com/office/officeart/2005/8/layout/list1"/>
    <dgm:cxn modelId="{FF7D4618-E6F2-4918-9430-03BE83AE2806}" type="presParOf" srcId="{810B2B34-3EE6-47C0-86BD-7DB6CC7297D9}" destId="{606770C3-89DE-4E73-86D9-FDF3A7EE7AC6}" srcOrd="2" destOrd="0" presId="urn:microsoft.com/office/officeart/2005/8/layout/list1"/>
    <dgm:cxn modelId="{7E80502B-1D52-4D54-B7A8-F8A9C6DA60E9}" type="presParOf" srcId="{810B2B34-3EE6-47C0-86BD-7DB6CC7297D9}" destId="{C7B24505-F002-47E9-9E0E-F42C061E6A23}" srcOrd="3" destOrd="0" presId="urn:microsoft.com/office/officeart/2005/8/layout/list1"/>
    <dgm:cxn modelId="{4FCC9088-2B55-4C61-B400-D9BEC9C092D9}" type="presParOf" srcId="{810B2B34-3EE6-47C0-86BD-7DB6CC7297D9}" destId="{90878596-79C3-4340-9725-B28FB2BD26E9}" srcOrd="4" destOrd="0" presId="urn:microsoft.com/office/officeart/2005/8/layout/list1"/>
    <dgm:cxn modelId="{B588FEA6-A9A2-4534-94CA-7B8A42BE3E6B}" type="presParOf" srcId="{90878596-79C3-4340-9725-B28FB2BD26E9}" destId="{AC15EADC-26B2-41BB-A3F5-0BE746846086}" srcOrd="0" destOrd="0" presId="urn:microsoft.com/office/officeart/2005/8/layout/list1"/>
    <dgm:cxn modelId="{7E0B0509-8A21-41C8-A426-B2CDF34DF3A0}" type="presParOf" srcId="{90878596-79C3-4340-9725-B28FB2BD26E9}" destId="{9336239D-1EA2-4A6F-A36A-B810283A6C17}" srcOrd="1" destOrd="0" presId="urn:microsoft.com/office/officeart/2005/8/layout/list1"/>
    <dgm:cxn modelId="{C5EDB8CA-F0BE-435B-A836-81DC2573EA48}" type="presParOf" srcId="{810B2B34-3EE6-47C0-86BD-7DB6CC7297D9}" destId="{E41C86ED-7246-4A8E-9FA6-2B50FEFD9B21}" srcOrd="5" destOrd="0" presId="urn:microsoft.com/office/officeart/2005/8/layout/list1"/>
    <dgm:cxn modelId="{DC6894AF-FFBE-422C-9F63-B74398DE3CD4}" type="presParOf" srcId="{810B2B34-3EE6-47C0-86BD-7DB6CC7297D9}" destId="{D3E74EDE-C346-4C12-8FFA-87A5A7951833}" srcOrd="6" destOrd="0" presId="urn:microsoft.com/office/officeart/2005/8/layout/list1"/>
    <dgm:cxn modelId="{E5D8321E-C155-4403-8702-10AF216AA92C}" type="presParOf" srcId="{810B2B34-3EE6-47C0-86BD-7DB6CC7297D9}" destId="{D99B29DF-4253-4FEA-B629-FD34FA2822B5}" srcOrd="7" destOrd="0" presId="urn:microsoft.com/office/officeart/2005/8/layout/list1"/>
    <dgm:cxn modelId="{88C4D962-83FC-4399-88D4-9199CE620531}" type="presParOf" srcId="{810B2B34-3EE6-47C0-86BD-7DB6CC7297D9}" destId="{9C0F1A48-20EB-45A5-8C7B-96F33E115A93}" srcOrd="8" destOrd="0" presId="urn:microsoft.com/office/officeart/2005/8/layout/list1"/>
    <dgm:cxn modelId="{7B15F56C-E666-47FC-88D0-813607D22694}" type="presParOf" srcId="{9C0F1A48-20EB-45A5-8C7B-96F33E115A93}" destId="{E0BFBA91-D03A-472E-81CC-8C93CA64F520}" srcOrd="0" destOrd="0" presId="urn:microsoft.com/office/officeart/2005/8/layout/list1"/>
    <dgm:cxn modelId="{A8BE75BF-EC4A-409D-962C-E1AC3EA63001}" type="presParOf" srcId="{9C0F1A48-20EB-45A5-8C7B-96F33E115A93}" destId="{36DCCC35-65A4-4998-A589-62B6B5EF338C}" srcOrd="1" destOrd="0" presId="urn:microsoft.com/office/officeart/2005/8/layout/list1"/>
    <dgm:cxn modelId="{A2D2C301-2870-45BE-A469-2BEA74535A95}" type="presParOf" srcId="{810B2B34-3EE6-47C0-86BD-7DB6CC7297D9}" destId="{5ADC849C-E6F8-4CD5-A925-7742A28209B0}" srcOrd="9" destOrd="0" presId="urn:microsoft.com/office/officeart/2005/8/layout/list1"/>
    <dgm:cxn modelId="{D3CB567F-AF2D-4F9F-9FE3-ED00E1686540}" type="presParOf" srcId="{810B2B34-3EE6-47C0-86BD-7DB6CC7297D9}" destId="{7474F277-EA74-4B47-BF19-9DF459B82E5A}" srcOrd="10" destOrd="0" presId="urn:microsoft.com/office/officeart/2005/8/layout/list1"/>
    <dgm:cxn modelId="{918C4065-1D1C-4793-9D56-33D339CFB72A}" type="presParOf" srcId="{810B2B34-3EE6-47C0-86BD-7DB6CC7297D9}" destId="{8D4E74F2-9B2F-47E5-A20A-02212D4D720C}" srcOrd="11" destOrd="0" presId="urn:microsoft.com/office/officeart/2005/8/layout/list1"/>
    <dgm:cxn modelId="{A1C91989-E925-425D-98AB-60A0B83BA023}" type="presParOf" srcId="{810B2B34-3EE6-47C0-86BD-7DB6CC7297D9}" destId="{151DDDA3-2158-4E3F-9F2F-6F96D0ACF887}" srcOrd="12" destOrd="0" presId="urn:microsoft.com/office/officeart/2005/8/layout/list1"/>
    <dgm:cxn modelId="{63504856-BC47-43BC-94CA-167B0C351595}" type="presParOf" srcId="{151DDDA3-2158-4E3F-9F2F-6F96D0ACF887}" destId="{D8F4D2F5-B680-48CB-895E-D1CF1C29ECF7}" srcOrd="0" destOrd="0" presId="urn:microsoft.com/office/officeart/2005/8/layout/list1"/>
    <dgm:cxn modelId="{778A0386-9FE3-4C3B-B1C1-717E7A4EC013}" type="presParOf" srcId="{151DDDA3-2158-4E3F-9F2F-6F96D0ACF887}" destId="{C69D2C59-A014-4C10-BCA1-96C0B7FD2CFE}" srcOrd="1" destOrd="0" presId="urn:microsoft.com/office/officeart/2005/8/layout/list1"/>
    <dgm:cxn modelId="{81F5B272-8FF1-48BD-ABB9-E4D713F6297C}" type="presParOf" srcId="{810B2B34-3EE6-47C0-86BD-7DB6CC7297D9}" destId="{E21A3128-3BDB-4BF5-ADB2-819947A5A48A}" srcOrd="13" destOrd="0" presId="urn:microsoft.com/office/officeart/2005/8/layout/list1"/>
    <dgm:cxn modelId="{8622C66D-BBE5-4D39-8D97-68F6AA8D1099}" type="presParOf" srcId="{810B2B34-3EE6-47C0-86BD-7DB6CC7297D9}" destId="{B8DD0F69-428B-4BA9-AB91-8317CD79A56A}" srcOrd="14" destOrd="0" presId="urn:microsoft.com/office/officeart/2005/8/layout/list1"/>
    <dgm:cxn modelId="{E6C9F677-A6C2-4800-B887-A40912997D47}" type="presParOf" srcId="{810B2B34-3EE6-47C0-86BD-7DB6CC7297D9}" destId="{DF15CCFD-73AE-4CDD-B39E-925E4F3991D8}" srcOrd="15" destOrd="0" presId="urn:microsoft.com/office/officeart/2005/8/layout/list1"/>
    <dgm:cxn modelId="{EAEF39C0-2527-4DB2-8978-19C134AD88C2}" type="presParOf" srcId="{810B2B34-3EE6-47C0-86BD-7DB6CC7297D9}" destId="{F51349B4-B500-45E0-8A32-12D23CBF8DD9}" srcOrd="16" destOrd="0" presId="urn:microsoft.com/office/officeart/2005/8/layout/list1"/>
    <dgm:cxn modelId="{6455A598-2A15-43FA-95F5-6DE1CF8184F0}" type="presParOf" srcId="{F51349B4-B500-45E0-8A32-12D23CBF8DD9}" destId="{4D5F67F0-6FDC-4996-A28A-524D2D7377EE}" srcOrd="0" destOrd="0" presId="urn:microsoft.com/office/officeart/2005/8/layout/list1"/>
    <dgm:cxn modelId="{C7F51157-442E-458D-8B24-5BCA3E738B1B}" type="presParOf" srcId="{F51349B4-B500-45E0-8A32-12D23CBF8DD9}" destId="{53B8A0B6-E449-44FF-9E54-5524397D24B3}" srcOrd="1" destOrd="0" presId="urn:microsoft.com/office/officeart/2005/8/layout/list1"/>
    <dgm:cxn modelId="{7E1251F0-B3FE-4E0B-84A4-82FE324A6B26}" type="presParOf" srcId="{810B2B34-3EE6-47C0-86BD-7DB6CC7297D9}" destId="{C95A8513-CF52-4161-9B56-5A20B9708AE1}" srcOrd="17" destOrd="0" presId="urn:microsoft.com/office/officeart/2005/8/layout/list1"/>
    <dgm:cxn modelId="{135DE034-8042-4AF7-883B-CB607179A4D6}" type="presParOf" srcId="{810B2B34-3EE6-47C0-86BD-7DB6CC7297D9}" destId="{F6AC688B-A7D0-4600-95DC-DC86CAA7F8CA}" srcOrd="18" destOrd="0" presId="urn:microsoft.com/office/officeart/2005/8/layout/list1"/>
    <dgm:cxn modelId="{FFD0E615-8F3C-4CDF-B9FE-7ADE89B42964}" type="presParOf" srcId="{810B2B34-3EE6-47C0-86BD-7DB6CC7297D9}" destId="{1F921EC3-F7FC-4AE6-ADB3-1E8658DA8324}" srcOrd="19" destOrd="0" presId="urn:microsoft.com/office/officeart/2005/8/layout/list1"/>
    <dgm:cxn modelId="{8FAA5308-B784-444F-9F28-8EA0802E0BA9}" type="presParOf" srcId="{810B2B34-3EE6-47C0-86BD-7DB6CC7297D9}" destId="{8E8676C3-E5C0-4C21-A1EA-17FE03E7689A}" srcOrd="20" destOrd="0" presId="urn:microsoft.com/office/officeart/2005/8/layout/list1"/>
    <dgm:cxn modelId="{C1799E83-184B-4CF4-BC07-2D2858A4A80B}" type="presParOf" srcId="{8E8676C3-E5C0-4C21-A1EA-17FE03E7689A}" destId="{01C83560-BE03-4F7C-9B89-D7922AA8A3F4}" srcOrd="0" destOrd="0" presId="urn:microsoft.com/office/officeart/2005/8/layout/list1"/>
    <dgm:cxn modelId="{9AC75243-1C1B-4A5A-AD3B-AF215395EE9B}" type="presParOf" srcId="{8E8676C3-E5C0-4C21-A1EA-17FE03E7689A}" destId="{5E284A99-B3DE-4A74-9D81-3FE5F9292B73}" srcOrd="1" destOrd="0" presId="urn:microsoft.com/office/officeart/2005/8/layout/list1"/>
    <dgm:cxn modelId="{07C029B9-FDE6-48BB-BD82-E9650CE0633D}" type="presParOf" srcId="{810B2B34-3EE6-47C0-86BD-7DB6CC7297D9}" destId="{A2C104CD-C61D-4C35-8E20-0298773A2582}" srcOrd="21" destOrd="0" presId="urn:microsoft.com/office/officeart/2005/8/layout/list1"/>
    <dgm:cxn modelId="{EC0543F2-75F9-4A86-AE32-238315BFF8BB}" type="presParOf" srcId="{810B2B34-3EE6-47C0-86BD-7DB6CC7297D9}" destId="{96AA3259-2E52-4DC3-8C87-B111035F8C75}" srcOrd="22" destOrd="0" presId="urn:microsoft.com/office/officeart/2005/8/layout/list1"/>
    <dgm:cxn modelId="{2F59BC03-22DB-4A3B-8029-3A36C897F1E1}" type="presParOf" srcId="{810B2B34-3EE6-47C0-86BD-7DB6CC7297D9}" destId="{2ECD5E50-E776-4D4D-BE2E-D0761C75F417}" srcOrd="23" destOrd="0" presId="urn:microsoft.com/office/officeart/2005/8/layout/list1"/>
    <dgm:cxn modelId="{5F287F2D-2322-48F5-AD84-F70CEA3E31BF}" type="presParOf" srcId="{810B2B34-3EE6-47C0-86BD-7DB6CC7297D9}" destId="{6F03586C-03DA-4971-A97E-57225C521ED7}" srcOrd="24" destOrd="0" presId="urn:microsoft.com/office/officeart/2005/8/layout/list1"/>
    <dgm:cxn modelId="{067826C2-BF00-4D3C-B484-A9856299FF03}" type="presParOf" srcId="{6F03586C-03DA-4971-A97E-57225C521ED7}" destId="{F4CCC3F7-2990-49FC-8D35-69D3B0E8C31F}" srcOrd="0" destOrd="0" presId="urn:microsoft.com/office/officeart/2005/8/layout/list1"/>
    <dgm:cxn modelId="{BB1DA810-1468-4441-B2BB-0ACC0F11B105}" type="presParOf" srcId="{6F03586C-03DA-4971-A97E-57225C521ED7}" destId="{C3110D33-E195-407B-95DE-D3667A958F32}" srcOrd="1" destOrd="0" presId="urn:microsoft.com/office/officeart/2005/8/layout/list1"/>
    <dgm:cxn modelId="{6CC4A9BF-881E-40E2-9DCC-12F2DF67039F}" type="presParOf" srcId="{810B2B34-3EE6-47C0-86BD-7DB6CC7297D9}" destId="{9AE1F804-A7FF-41CB-94A0-1AF72B77EA00}" srcOrd="25" destOrd="0" presId="urn:microsoft.com/office/officeart/2005/8/layout/list1"/>
    <dgm:cxn modelId="{A595A9BA-AA5D-4E0C-A856-C9E35C602202}" type="presParOf" srcId="{810B2B34-3EE6-47C0-86BD-7DB6CC7297D9}" destId="{CE684670-CDE1-4F8F-825E-1D6FFD6E1691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D198D5-96F1-496A-9EFD-29DDA6A38AB9}" type="doc">
      <dgm:prSet loTypeId="urn:microsoft.com/office/officeart/2005/8/layout/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TW" altLang="en-US"/>
        </a:p>
      </dgm:t>
    </dgm:pt>
    <dgm:pt modelId="{BDC500F7-06AD-47FA-BD68-1D164F19DE67}">
      <dgm:prSet phldrT="[文字]" custT="1"/>
      <dgm:spPr/>
      <dgm:t>
        <a:bodyPr/>
        <a:lstStyle/>
        <a:p>
          <a:pPr>
            <a:buFont typeface="+mj-lt"/>
            <a:buAutoNum type="arabicPeriod" startAt="2"/>
          </a:pP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和泰汽車、</a:t>
          </a:r>
          <a:r>
            <a:rPr lang="zh-TW" altLang="en-US" sz="1600" b="0" i="0" dirty="0"/>
            <a:t>弘塑科技 </a:t>
          </a:r>
          <a:r>
            <a:rPr lang="e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Apex One</a:t>
          </a:r>
          <a:r>
            <a: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zh-TW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&amp; Apex Central</a:t>
          </a:r>
          <a:r>
            <a:rPr lang="e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問題處理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。</a:t>
          </a:r>
        </a:p>
      </dgm:t>
    </dgm:pt>
    <dgm:pt modelId="{3677D079-DFC7-4AD6-91A3-0412EBA8AC77}" type="parTrans" cxnId="{B2999F4A-13E4-45D6-80CA-C9BFB988A1FA}">
      <dgm:prSet/>
      <dgm:spPr/>
      <dgm:t>
        <a:bodyPr/>
        <a:lstStyle/>
        <a:p>
          <a:endParaRPr lang="zh-TW" altLang="en-US" sz="12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C68249E-B188-44DB-AEAA-EE6309DA40D3}" type="sibTrans" cxnId="{B2999F4A-13E4-45D6-80CA-C9BFB988A1FA}">
      <dgm:prSet/>
      <dgm:spPr/>
      <dgm:t>
        <a:bodyPr/>
        <a:lstStyle/>
        <a:p>
          <a:endParaRPr lang="zh-TW" altLang="en-US" sz="12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D8EE9C4-CB36-411F-A646-AB57E181658D}">
      <dgm:prSet phldrT="[文字]" custT="1"/>
      <dgm:spPr/>
      <dgm:t>
        <a:bodyPr/>
        <a:lstStyle/>
        <a:p>
          <a:pPr>
            <a:buFont typeface="+mj-lt"/>
            <a:buAutoNum type="arabicPeriod" startAt="2"/>
          </a:pPr>
          <a:r>
            <a:rPr lang="zh-TW" altLang="en-US" sz="1500" b="0" i="0" dirty="0"/>
            <a:t>新竹市地政事務所、精誠軟體</a:t>
          </a:r>
          <a:r>
            <a:rPr lang="en-US" altLang="zh-TW" sz="1500" b="0" i="0" dirty="0"/>
            <a:t> </a:t>
          </a:r>
          <a:r>
            <a:rPr lang="en" altLang="en-US" sz="1500" b="1" dirty="0">
              <a:latin typeface="Times New Roman" panose="02020603050405020304" pitchFamily="18" charset="0"/>
              <a:cs typeface="Times New Roman" panose="02020603050405020304" pitchFamily="18" charset="0"/>
            </a:rPr>
            <a:t>Apex One</a:t>
          </a:r>
          <a:r>
            <a:rPr lang="zh-TW" altLang="en-US" sz="1500" b="1" dirty="0">
              <a:latin typeface="Times New Roman" panose="02020603050405020304" pitchFamily="18" charset="0"/>
              <a:cs typeface="Times New Roman" panose="02020603050405020304" pitchFamily="18" charset="0"/>
            </a:rPr>
            <a:t> 問題處理</a:t>
          </a:r>
          <a:r>
            <a:rPr lang="zh-TW" altLang="en-US" sz="1500" b="0" dirty="0">
              <a:latin typeface="Times New Roman" panose="02020603050405020304" pitchFamily="18" charset="0"/>
              <a:cs typeface="Times New Roman" panose="02020603050405020304" pitchFamily="18" charset="0"/>
            </a:rPr>
            <a:t>。</a:t>
          </a:r>
        </a:p>
      </dgm:t>
    </dgm:pt>
    <dgm:pt modelId="{CC240623-62FD-4237-BBF7-D54A7BB2FF6E}" type="parTrans" cxnId="{189C2AD1-7CD5-43D4-90DC-3AF2B5825701}">
      <dgm:prSet/>
      <dgm:spPr/>
      <dgm:t>
        <a:bodyPr/>
        <a:lstStyle/>
        <a:p>
          <a:endParaRPr lang="zh-TW" altLang="en-US" sz="12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00694E7-FC6A-4DF4-AD93-01EDEB2674B5}" type="sibTrans" cxnId="{189C2AD1-7CD5-43D4-90DC-3AF2B5825701}">
      <dgm:prSet/>
      <dgm:spPr/>
      <dgm:t>
        <a:bodyPr/>
        <a:lstStyle/>
        <a:p>
          <a:endParaRPr lang="zh-TW" altLang="en-US" sz="12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055C2BE-D75E-4C62-918E-0A3113858747}">
      <dgm:prSet phldrT="[文字]" custT="1"/>
      <dgm:spPr/>
      <dgm:t>
        <a:bodyPr/>
        <a:lstStyle/>
        <a:p>
          <a:pPr>
            <a:buFont typeface="+mj-lt"/>
            <a:buAutoNum type="arabicPeriod" startAt="2"/>
          </a:pPr>
          <a:r>
            <a:rPr lang="zh-TW" altLang="en-US" sz="1600" b="0" i="0" dirty="0"/>
            <a:t>崇瑋工業 </a:t>
          </a:r>
          <a:r>
            <a:rPr lang="e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Apex One </a:t>
          </a:r>
          <a:r>
            <a: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安裝建置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，收費 </a:t>
          </a:r>
          <a:r>
            <a:rPr lang="en-US" altLang="zh-TW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$12,000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zh-TW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未稅</a:t>
          </a:r>
          <a:r>
            <a:rPr lang="en-US" altLang="zh-TW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。</a:t>
          </a:r>
        </a:p>
      </dgm:t>
    </dgm:pt>
    <dgm:pt modelId="{392A9DA6-4DBA-4CAC-AC1F-8AEDC26B1D53}" type="parTrans" cxnId="{5C5D2C25-673F-486A-A31F-1A0DE6400613}">
      <dgm:prSet/>
      <dgm:spPr/>
      <dgm:t>
        <a:bodyPr/>
        <a:lstStyle/>
        <a:p>
          <a:endParaRPr lang="zh-TW" altLang="en-US" sz="12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8451F91-588A-4404-B697-12D078D9E142}" type="sibTrans" cxnId="{5C5D2C25-673F-486A-A31F-1A0DE6400613}">
      <dgm:prSet/>
      <dgm:spPr/>
      <dgm:t>
        <a:bodyPr/>
        <a:lstStyle/>
        <a:p>
          <a:endParaRPr lang="zh-TW" altLang="en-US" sz="12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E5BF83C-9D74-4869-A43D-DBF65CCC888E}">
      <dgm:prSet phldrT="[文字]" custT="1"/>
      <dgm:spPr/>
      <dgm:t>
        <a:bodyPr/>
        <a:lstStyle/>
        <a:p>
          <a:pPr>
            <a:buFont typeface="+mj-lt"/>
            <a:buAutoNum type="arabicPeriod" startAt="4"/>
          </a:pP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台灣半導體</a:t>
          </a:r>
          <a:r>
            <a:rPr lang="en-US" altLang="zh-TW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 Apex Central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 問題處理 </a:t>
          </a:r>
          <a:r>
            <a:rPr lang="en-US" altLang="zh-TW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&amp; 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教育訓練，收費 </a:t>
          </a:r>
          <a:r>
            <a:rPr lang="en-US" altLang="zh-TW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$6,000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zh-TW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未稅</a:t>
          </a:r>
          <a:r>
            <a:rPr lang="en-US" altLang="zh-TW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。</a:t>
          </a:r>
        </a:p>
      </dgm:t>
    </dgm:pt>
    <dgm:pt modelId="{3237C62C-2AC1-4359-BA09-7AEC7FF261BA}" type="parTrans" cxnId="{3EF73610-F540-47BD-918F-4EBD4105146A}">
      <dgm:prSet/>
      <dgm:spPr/>
      <dgm:t>
        <a:bodyPr/>
        <a:lstStyle/>
        <a:p>
          <a:endParaRPr lang="zh-TW" altLang="en-US" sz="12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5CCAF9-1D8B-46C5-AA2B-2ADE1E33205A}" type="sibTrans" cxnId="{3EF73610-F540-47BD-918F-4EBD4105146A}">
      <dgm:prSet/>
      <dgm:spPr/>
      <dgm:t>
        <a:bodyPr/>
        <a:lstStyle/>
        <a:p>
          <a:endParaRPr lang="zh-TW" altLang="en-US" sz="12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C81E0DA-B607-8047-B940-EA2401B3062B}">
      <dgm:prSet phldrT="[文字]" custT="1"/>
      <dgm:spPr/>
      <dgm:t>
        <a:bodyPr/>
        <a:lstStyle/>
        <a:p>
          <a:pPr>
            <a:buFont typeface="+mj-lt"/>
            <a:buAutoNum type="arabicPeriod" startAt="5"/>
          </a:pP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和運集團 </a:t>
          </a:r>
          <a:r>
            <a:rPr lang="en-US" altLang="zh-TW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Apex One on-premises </a:t>
          </a:r>
          <a:r>
            <a: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安裝建置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，收費 </a:t>
          </a:r>
          <a:r>
            <a:rPr lang="en-US" altLang="zh-TW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$20,000 (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未稅</a:t>
          </a:r>
          <a:r>
            <a:rPr lang="en-US" altLang="zh-TW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r>
            <a:rPr lang="zh-TW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。</a:t>
          </a:r>
          <a:r>
            <a:rPr lang="en-US" altLang="zh-TW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zh-TW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尚未執行</a:t>
          </a:r>
          <a:r>
            <a:rPr lang="en-US" altLang="zh-TW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zh-TW" altLang="en-US" sz="16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ABE103D-E56B-2044-9A4A-92D51D941842}" type="parTrans" cxnId="{129D4E3B-0A86-E647-8559-1D62D96DD118}">
      <dgm:prSet/>
      <dgm:spPr/>
      <dgm:t>
        <a:bodyPr/>
        <a:lstStyle/>
        <a:p>
          <a:endParaRPr lang="zh-TW" altLang="en-US"/>
        </a:p>
      </dgm:t>
    </dgm:pt>
    <dgm:pt modelId="{D587CAC4-86F9-4B40-B3F9-E754023F9B88}" type="sibTrans" cxnId="{129D4E3B-0A86-E647-8559-1D62D96DD118}">
      <dgm:prSet/>
      <dgm:spPr/>
      <dgm:t>
        <a:bodyPr/>
        <a:lstStyle/>
        <a:p>
          <a:endParaRPr lang="zh-TW" altLang="en-US"/>
        </a:p>
      </dgm:t>
    </dgm:pt>
    <dgm:pt modelId="{810B2B34-3EE6-47C0-86BD-7DB6CC7297D9}" type="pres">
      <dgm:prSet presAssocID="{ECD198D5-96F1-496A-9EFD-29DDA6A38AB9}" presName="linear" presStyleCnt="0">
        <dgm:presLayoutVars>
          <dgm:dir/>
          <dgm:animLvl val="lvl"/>
          <dgm:resizeHandles val="exact"/>
        </dgm:presLayoutVars>
      </dgm:prSet>
      <dgm:spPr/>
    </dgm:pt>
    <dgm:pt modelId="{BDAC20B3-1E8F-45AD-B6A0-894DD583B027}" type="pres">
      <dgm:prSet presAssocID="{BDC500F7-06AD-47FA-BD68-1D164F19DE67}" presName="parentLin" presStyleCnt="0"/>
      <dgm:spPr/>
    </dgm:pt>
    <dgm:pt modelId="{23D8473C-5B8E-4E43-A029-FA752385E766}" type="pres">
      <dgm:prSet presAssocID="{BDC500F7-06AD-47FA-BD68-1D164F19DE67}" presName="parentLeftMargin" presStyleLbl="node1" presStyleIdx="0" presStyleCnt="5"/>
      <dgm:spPr/>
    </dgm:pt>
    <dgm:pt modelId="{F7617D8E-C43B-4506-A102-FE6DEB36C5C8}" type="pres">
      <dgm:prSet presAssocID="{BDC500F7-06AD-47FA-BD68-1D164F19DE67}" presName="parentText" presStyleLbl="node1" presStyleIdx="0" presStyleCnt="5" custScaleX="142857" custScaleY="128370">
        <dgm:presLayoutVars>
          <dgm:chMax val="0"/>
          <dgm:bulletEnabled val="1"/>
        </dgm:presLayoutVars>
      </dgm:prSet>
      <dgm:spPr/>
    </dgm:pt>
    <dgm:pt modelId="{3E74D9FD-424E-47BA-8A62-2DE74B716E2E}" type="pres">
      <dgm:prSet presAssocID="{BDC500F7-06AD-47FA-BD68-1D164F19DE67}" presName="negativeSpace" presStyleCnt="0"/>
      <dgm:spPr/>
    </dgm:pt>
    <dgm:pt modelId="{606770C3-89DE-4E73-86D9-FDF3A7EE7AC6}" type="pres">
      <dgm:prSet presAssocID="{BDC500F7-06AD-47FA-BD68-1D164F19DE67}" presName="childText" presStyleLbl="conFgAcc1" presStyleIdx="0" presStyleCnt="5" custScaleY="107519">
        <dgm:presLayoutVars>
          <dgm:bulletEnabled val="1"/>
        </dgm:presLayoutVars>
      </dgm:prSet>
      <dgm:spPr/>
    </dgm:pt>
    <dgm:pt modelId="{C7B24505-F002-47E9-9E0E-F42C061E6A23}" type="pres">
      <dgm:prSet presAssocID="{1C68249E-B188-44DB-AEAA-EE6309DA40D3}" presName="spaceBetweenRectangles" presStyleCnt="0"/>
      <dgm:spPr/>
    </dgm:pt>
    <dgm:pt modelId="{90878596-79C3-4340-9725-B28FB2BD26E9}" type="pres">
      <dgm:prSet presAssocID="{3D8EE9C4-CB36-411F-A646-AB57E181658D}" presName="parentLin" presStyleCnt="0"/>
      <dgm:spPr/>
    </dgm:pt>
    <dgm:pt modelId="{AC15EADC-26B2-41BB-A3F5-0BE746846086}" type="pres">
      <dgm:prSet presAssocID="{3D8EE9C4-CB36-411F-A646-AB57E181658D}" presName="parentLeftMargin" presStyleLbl="node1" presStyleIdx="0" presStyleCnt="5"/>
      <dgm:spPr/>
    </dgm:pt>
    <dgm:pt modelId="{9336239D-1EA2-4A6F-A36A-B810283A6C17}" type="pres">
      <dgm:prSet presAssocID="{3D8EE9C4-CB36-411F-A646-AB57E181658D}" presName="parentText" presStyleLbl="node1" presStyleIdx="1" presStyleCnt="5" custScaleX="136099" custScaleY="128370">
        <dgm:presLayoutVars>
          <dgm:chMax val="0"/>
          <dgm:bulletEnabled val="1"/>
        </dgm:presLayoutVars>
      </dgm:prSet>
      <dgm:spPr/>
    </dgm:pt>
    <dgm:pt modelId="{E41C86ED-7246-4A8E-9FA6-2B50FEFD9B21}" type="pres">
      <dgm:prSet presAssocID="{3D8EE9C4-CB36-411F-A646-AB57E181658D}" presName="negativeSpace" presStyleCnt="0"/>
      <dgm:spPr/>
    </dgm:pt>
    <dgm:pt modelId="{D3E74EDE-C346-4C12-8FFA-87A5A7951833}" type="pres">
      <dgm:prSet presAssocID="{3D8EE9C4-CB36-411F-A646-AB57E181658D}" presName="childText" presStyleLbl="conFgAcc1" presStyleIdx="1" presStyleCnt="5" custScaleY="112782">
        <dgm:presLayoutVars>
          <dgm:bulletEnabled val="1"/>
        </dgm:presLayoutVars>
      </dgm:prSet>
      <dgm:spPr/>
    </dgm:pt>
    <dgm:pt modelId="{D99B29DF-4253-4FEA-B629-FD34FA2822B5}" type="pres">
      <dgm:prSet presAssocID="{600694E7-FC6A-4DF4-AD93-01EDEB2674B5}" presName="spaceBetweenRectangles" presStyleCnt="0"/>
      <dgm:spPr/>
    </dgm:pt>
    <dgm:pt modelId="{9C0F1A48-20EB-45A5-8C7B-96F33E115A93}" type="pres">
      <dgm:prSet presAssocID="{1055C2BE-D75E-4C62-918E-0A3113858747}" presName="parentLin" presStyleCnt="0"/>
      <dgm:spPr/>
    </dgm:pt>
    <dgm:pt modelId="{E0BFBA91-D03A-472E-81CC-8C93CA64F520}" type="pres">
      <dgm:prSet presAssocID="{1055C2BE-D75E-4C62-918E-0A3113858747}" presName="parentLeftMargin" presStyleLbl="node1" presStyleIdx="1" presStyleCnt="5"/>
      <dgm:spPr/>
    </dgm:pt>
    <dgm:pt modelId="{36DCCC35-65A4-4998-A589-62B6B5EF338C}" type="pres">
      <dgm:prSet presAssocID="{1055C2BE-D75E-4C62-918E-0A3113858747}" presName="parentText" presStyleLbl="node1" presStyleIdx="2" presStyleCnt="5" custScaleX="142857" custScaleY="128370">
        <dgm:presLayoutVars>
          <dgm:chMax val="0"/>
          <dgm:bulletEnabled val="1"/>
        </dgm:presLayoutVars>
      </dgm:prSet>
      <dgm:spPr/>
    </dgm:pt>
    <dgm:pt modelId="{5ADC849C-E6F8-4CD5-A925-7742A28209B0}" type="pres">
      <dgm:prSet presAssocID="{1055C2BE-D75E-4C62-918E-0A3113858747}" presName="negativeSpace" presStyleCnt="0"/>
      <dgm:spPr/>
    </dgm:pt>
    <dgm:pt modelId="{7474F277-EA74-4B47-BF19-9DF459B82E5A}" type="pres">
      <dgm:prSet presAssocID="{1055C2BE-D75E-4C62-918E-0A3113858747}" presName="childText" presStyleLbl="conFgAcc1" presStyleIdx="2" presStyleCnt="5" custScaleY="112782" custLinFactNeighborY="-10040">
        <dgm:presLayoutVars>
          <dgm:bulletEnabled val="1"/>
        </dgm:presLayoutVars>
      </dgm:prSet>
      <dgm:spPr/>
    </dgm:pt>
    <dgm:pt modelId="{8D4E74F2-9B2F-47E5-A20A-02212D4D720C}" type="pres">
      <dgm:prSet presAssocID="{68451F91-588A-4404-B697-12D078D9E142}" presName="spaceBetweenRectangles" presStyleCnt="0"/>
      <dgm:spPr/>
    </dgm:pt>
    <dgm:pt modelId="{151DDDA3-2158-4E3F-9F2F-6F96D0ACF887}" type="pres">
      <dgm:prSet presAssocID="{EE5BF83C-9D74-4869-A43D-DBF65CCC888E}" presName="parentLin" presStyleCnt="0"/>
      <dgm:spPr/>
    </dgm:pt>
    <dgm:pt modelId="{D8F4D2F5-B680-48CB-895E-D1CF1C29ECF7}" type="pres">
      <dgm:prSet presAssocID="{EE5BF83C-9D74-4869-A43D-DBF65CCC888E}" presName="parentLeftMargin" presStyleLbl="node1" presStyleIdx="2" presStyleCnt="5"/>
      <dgm:spPr/>
    </dgm:pt>
    <dgm:pt modelId="{C69D2C59-A014-4C10-BCA1-96C0B7FD2CFE}" type="pres">
      <dgm:prSet presAssocID="{EE5BF83C-9D74-4869-A43D-DBF65CCC888E}" presName="parentText" presStyleLbl="node1" presStyleIdx="3" presStyleCnt="5" custScaleX="142857" custScaleY="128370">
        <dgm:presLayoutVars>
          <dgm:chMax val="0"/>
          <dgm:bulletEnabled val="1"/>
        </dgm:presLayoutVars>
      </dgm:prSet>
      <dgm:spPr/>
    </dgm:pt>
    <dgm:pt modelId="{E21A3128-3BDB-4BF5-ADB2-819947A5A48A}" type="pres">
      <dgm:prSet presAssocID="{EE5BF83C-9D74-4869-A43D-DBF65CCC888E}" presName="negativeSpace" presStyleCnt="0"/>
      <dgm:spPr/>
    </dgm:pt>
    <dgm:pt modelId="{B8DD0F69-428B-4BA9-AB91-8317CD79A56A}" type="pres">
      <dgm:prSet presAssocID="{EE5BF83C-9D74-4869-A43D-DBF65CCC888E}" presName="childText" presStyleLbl="conFgAcc1" presStyleIdx="3" presStyleCnt="5" custScaleY="112782">
        <dgm:presLayoutVars>
          <dgm:bulletEnabled val="1"/>
        </dgm:presLayoutVars>
      </dgm:prSet>
      <dgm:spPr/>
    </dgm:pt>
    <dgm:pt modelId="{DF15CCFD-73AE-4CDD-B39E-925E4F3991D8}" type="pres">
      <dgm:prSet presAssocID="{9D5CCAF9-1D8B-46C5-AA2B-2ADE1E33205A}" presName="spaceBetweenRectangles" presStyleCnt="0"/>
      <dgm:spPr/>
    </dgm:pt>
    <dgm:pt modelId="{C996D370-9D6A-214D-AABF-7E840DF8824A}" type="pres">
      <dgm:prSet presAssocID="{CC81E0DA-B607-8047-B940-EA2401B3062B}" presName="parentLin" presStyleCnt="0"/>
      <dgm:spPr/>
    </dgm:pt>
    <dgm:pt modelId="{3BE9127C-7843-8D41-BD86-F65D81BB791D}" type="pres">
      <dgm:prSet presAssocID="{CC81E0DA-B607-8047-B940-EA2401B3062B}" presName="parentLeftMargin" presStyleLbl="node1" presStyleIdx="3" presStyleCnt="5"/>
      <dgm:spPr/>
    </dgm:pt>
    <dgm:pt modelId="{F14E5A7B-790B-E147-82D3-248E081BFFB4}" type="pres">
      <dgm:prSet presAssocID="{CC81E0DA-B607-8047-B940-EA2401B3062B}" presName="parentText" presStyleLbl="node1" presStyleIdx="4" presStyleCnt="5" custScaleX="142857" custScaleY="128659">
        <dgm:presLayoutVars>
          <dgm:chMax val="0"/>
          <dgm:bulletEnabled val="1"/>
        </dgm:presLayoutVars>
      </dgm:prSet>
      <dgm:spPr/>
    </dgm:pt>
    <dgm:pt modelId="{57D73E85-CA16-3946-B1AC-BF8CB3F56A4C}" type="pres">
      <dgm:prSet presAssocID="{CC81E0DA-B607-8047-B940-EA2401B3062B}" presName="negativeSpace" presStyleCnt="0"/>
      <dgm:spPr/>
    </dgm:pt>
    <dgm:pt modelId="{E84AB1EA-803D-F44F-82C8-D5303703DC60}" type="pres">
      <dgm:prSet presAssocID="{CC81E0DA-B607-8047-B940-EA2401B3062B}" presName="childText" presStyleLbl="conFgAcc1" presStyleIdx="4" presStyleCnt="5" custScaleY="112782">
        <dgm:presLayoutVars>
          <dgm:bulletEnabled val="1"/>
        </dgm:presLayoutVars>
      </dgm:prSet>
      <dgm:spPr/>
    </dgm:pt>
  </dgm:ptLst>
  <dgm:cxnLst>
    <dgm:cxn modelId="{2C2D6F00-CC6C-466F-9BFE-9F2E4DF936CC}" type="presOf" srcId="{1055C2BE-D75E-4C62-918E-0A3113858747}" destId="{36DCCC35-65A4-4998-A589-62B6B5EF338C}" srcOrd="1" destOrd="0" presId="urn:microsoft.com/office/officeart/2005/8/layout/list1"/>
    <dgm:cxn modelId="{2FBF2B03-F52E-FE42-A523-0961A15CC852}" type="presOf" srcId="{CC81E0DA-B607-8047-B940-EA2401B3062B}" destId="{3BE9127C-7843-8D41-BD86-F65D81BB791D}" srcOrd="0" destOrd="0" presId="urn:microsoft.com/office/officeart/2005/8/layout/list1"/>
    <dgm:cxn modelId="{E107BB09-8A3E-D44C-8761-0AFD030D2043}" type="presOf" srcId="{CC81E0DA-B607-8047-B940-EA2401B3062B}" destId="{F14E5A7B-790B-E147-82D3-248E081BFFB4}" srcOrd="1" destOrd="0" presId="urn:microsoft.com/office/officeart/2005/8/layout/list1"/>
    <dgm:cxn modelId="{3EF73610-F540-47BD-918F-4EBD4105146A}" srcId="{ECD198D5-96F1-496A-9EFD-29DDA6A38AB9}" destId="{EE5BF83C-9D74-4869-A43D-DBF65CCC888E}" srcOrd="3" destOrd="0" parTransId="{3237C62C-2AC1-4359-BA09-7AEC7FF261BA}" sibTransId="{9D5CCAF9-1D8B-46C5-AA2B-2ADE1E33205A}"/>
    <dgm:cxn modelId="{888C4622-EFC5-4A49-A19B-9CC92CC4FE02}" type="presOf" srcId="{3D8EE9C4-CB36-411F-A646-AB57E181658D}" destId="{9336239D-1EA2-4A6F-A36A-B810283A6C17}" srcOrd="1" destOrd="0" presId="urn:microsoft.com/office/officeart/2005/8/layout/list1"/>
    <dgm:cxn modelId="{5C5D2C25-673F-486A-A31F-1A0DE6400613}" srcId="{ECD198D5-96F1-496A-9EFD-29DDA6A38AB9}" destId="{1055C2BE-D75E-4C62-918E-0A3113858747}" srcOrd="2" destOrd="0" parTransId="{392A9DA6-4DBA-4CAC-AC1F-8AEDC26B1D53}" sibTransId="{68451F91-588A-4404-B697-12D078D9E142}"/>
    <dgm:cxn modelId="{E4E9AE31-B307-4782-AF1E-0EB8B2E243C5}" type="presOf" srcId="{3D8EE9C4-CB36-411F-A646-AB57E181658D}" destId="{AC15EADC-26B2-41BB-A3F5-0BE746846086}" srcOrd="0" destOrd="0" presId="urn:microsoft.com/office/officeart/2005/8/layout/list1"/>
    <dgm:cxn modelId="{9B8B2633-1080-4454-AD86-4FAF75BC6D66}" type="presOf" srcId="{BDC500F7-06AD-47FA-BD68-1D164F19DE67}" destId="{F7617D8E-C43B-4506-A102-FE6DEB36C5C8}" srcOrd="1" destOrd="0" presId="urn:microsoft.com/office/officeart/2005/8/layout/list1"/>
    <dgm:cxn modelId="{129D4E3B-0A86-E647-8559-1D62D96DD118}" srcId="{ECD198D5-96F1-496A-9EFD-29DDA6A38AB9}" destId="{CC81E0DA-B607-8047-B940-EA2401B3062B}" srcOrd="4" destOrd="0" parTransId="{AABE103D-E56B-2044-9A4A-92D51D941842}" sibTransId="{D587CAC4-86F9-4B40-B3F9-E754023F9B88}"/>
    <dgm:cxn modelId="{B2999F4A-13E4-45D6-80CA-C9BFB988A1FA}" srcId="{ECD198D5-96F1-496A-9EFD-29DDA6A38AB9}" destId="{BDC500F7-06AD-47FA-BD68-1D164F19DE67}" srcOrd="0" destOrd="0" parTransId="{3677D079-DFC7-4AD6-91A3-0412EBA8AC77}" sibTransId="{1C68249E-B188-44DB-AEAA-EE6309DA40D3}"/>
    <dgm:cxn modelId="{D8AF354B-B2A2-4245-8899-ED86F5E298E3}" type="presOf" srcId="{1055C2BE-D75E-4C62-918E-0A3113858747}" destId="{E0BFBA91-D03A-472E-81CC-8C93CA64F520}" srcOrd="0" destOrd="0" presId="urn:microsoft.com/office/officeart/2005/8/layout/list1"/>
    <dgm:cxn modelId="{FDC95D4E-07E2-482A-91CC-C5C3D2E340B7}" type="presOf" srcId="{BDC500F7-06AD-47FA-BD68-1D164F19DE67}" destId="{23D8473C-5B8E-4E43-A029-FA752385E766}" srcOrd="0" destOrd="0" presId="urn:microsoft.com/office/officeart/2005/8/layout/list1"/>
    <dgm:cxn modelId="{E3CA01A0-A5EA-415D-A329-164D2BBEB3B5}" type="presOf" srcId="{EE5BF83C-9D74-4869-A43D-DBF65CCC888E}" destId="{D8F4D2F5-B680-48CB-895E-D1CF1C29ECF7}" srcOrd="0" destOrd="0" presId="urn:microsoft.com/office/officeart/2005/8/layout/list1"/>
    <dgm:cxn modelId="{421F7CA6-B3D7-4A15-AC6C-376584D80EE5}" type="presOf" srcId="{ECD198D5-96F1-496A-9EFD-29DDA6A38AB9}" destId="{810B2B34-3EE6-47C0-86BD-7DB6CC7297D9}" srcOrd="0" destOrd="0" presId="urn:microsoft.com/office/officeart/2005/8/layout/list1"/>
    <dgm:cxn modelId="{D82B6DB7-1793-40E5-87DA-FD8A0E707801}" type="presOf" srcId="{EE5BF83C-9D74-4869-A43D-DBF65CCC888E}" destId="{C69D2C59-A014-4C10-BCA1-96C0B7FD2CFE}" srcOrd="1" destOrd="0" presId="urn:microsoft.com/office/officeart/2005/8/layout/list1"/>
    <dgm:cxn modelId="{189C2AD1-7CD5-43D4-90DC-3AF2B5825701}" srcId="{ECD198D5-96F1-496A-9EFD-29DDA6A38AB9}" destId="{3D8EE9C4-CB36-411F-A646-AB57E181658D}" srcOrd="1" destOrd="0" parTransId="{CC240623-62FD-4237-BBF7-D54A7BB2FF6E}" sibTransId="{600694E7-FC6A-4DF4-AD93-01EDEB2674B5}"/>
    <dgm:cxn modelId="{F21EEBEC-855F-49A9-87D8-F3572C353242}" type="presParOf" srcId="{810B2B34-3EE6-47C0-86BD-7DB6CC7297D9}" destId="{BDAC20B3-1E8F-45AD-B6A0-894DD583B027}" srcOrd="0" destOrd="0" presId="urn:microsoft.com/office/officeart/2005/8/layout/list1"/>
    <dgm:cxn modelId="{D58F5412-5E19-418E-87F7-40E7D49684C6}" type="presParOf" srcId="{BDAC20B3-1E8F-45AD-B6A0-894DD583B027}" destId="{23D8473C-5B8E-4E43-A029-FA752385E766}" srcOrd="0" destOrd="0" presId="urn:microsoft.com/office/officeart/2005/8/layout/list1"/>
    <dgm:cxn modelId="{8635524F-5DC3-417F-9392-46CBAA26F9B1}" type="presParOf" srcId="{BDAC20B3-1E8F-45AD-B6A0-894DD583B027}" destId="{F7617D8E-C43B-4506-A102-FE6DEB36C5C8}" srcOrd="1" destOrd="0" presId="urn:microsoft.com/office/officeart/2005/8/layout/list1"/>
    <dgm:cxn modelId="{36B8E991-3FA8-4C73-9DF5-D0B20F0BE0F7}" type="presParOf" srcId="{810B2B34-3EE6-47C0-86BD-7DB6CC7297D9}" destId="{3E74D9FD-424E-47BA-8A62-2DE74B716E2E}" srcOrd="1" destOrd="0" presId="urn:microsoft.com/office/officeart/2005/8/layout/list1"/>
    <dgm:cxn modelId="{FF7D4618-E6F2-4918-9430-03BE83AE2806}" type="presParOf" srcId="{810B2B34-3EE6-47C0-86BD-7DB6CC7297D9}" destId="{606770C3-89DE-4E73-86D9-FDF3A7EE7AC6}" srcOrd="2" destOrd="0" presId="urn:microsoft.com/office/officeart/2005/8/layout/list1"/>
    <dgm:cxn modelId="{7E80502B-1D52-4D54-B7A8-F8A9C6DA60E9}" type="presParOf" srcId="{810B2B34-3EE6-47C0-86BD-7DB6CC7297D9}" destId="{C7B24505-F002-47E9-9E0E-F42C061E6A23}" srcOrd="3" destOrd="0" presId="urn:microsoft.com/office/officeart/2005/8/layout/list1"/>
    <dgm:cxn modelId="{4FCC9088-2B55-4C61-B400-D9BEC9C092D9}" type="presParOf" srcId="{810B2B34-3EE6-47C0-86BD-7DB6CC7297D9}" destId="{90878596-79C3-4340-9725-B28FB2BD26E9}" srcOrd="4" destOrd="0" presId="urn:microsoft.com/office/officeart/2005/8/layout/list1"/>
    <dgm:cxn modelId="{B588FEA6-A9A2-4534-94CA-7B8A42BE3E6B}" type="presParOf" srcId="{90878596-79C3-4340-9725-B28FB2BD26E9}" destId="{AC15EADC-26B2-41BB-A3F5-0BE746846086}" srcOrd="0" destOrd="0" presId="urn:microsoft.com/office/officeart/2005/8/layout/list1"/>
    <dgm:cxn modelId="{7E0B0509-8A21-41C8-A426-B2CDF34DF3A0}" type="presParOf" srcId="{90878596-79C3-4340-9725-B28FB2BD26E9}" destId="{9336239D-1EA2-4A6F-A36A-B810283A6C17}" srcOrd="1" destOrd="0" presId="urn:microsoft.com/office/officeart/2005/8/layout/list1"/>
    <dgm:cxn modelId="{C5EDB8CA-F0BE-435B-A836-81DC2573EA48}" type="presParOf" srcId="{810B2B34-3EE6-47C0-86BD-7DB6CC7297D9}" destId="{E41C86ED-7246-4A8E-9FA6-2B50FEFD9B21}" srcOrd="5" destOrd="0" presId="urn:microsoft.com/office/officeart/2005/8/layout/list1"/>
    <dgm:cxn modelId="{DC6894AF-FFBE-422C-9F63-B74398DE3CD4}" type="presParOf" srcId="{810B2B34-3EE6-47C0-86BD-7DB6CC7297D9}" destId="{D3E74EDE-C346-4C12-8FFA-87A5A7951833}" srcOrd="6" destOrd="0" presId="urn:microsoft.com/office/officeart/2005/8/layout/list1"/>
    <dgm:cxn modelId="{E5D8321E-C155-4403-8702-10AF216AA92C}" type="presParOf" srcId="{810B2B34-3EE6-47C0-86BD-7DB6CC7297D9}" destId="{D99B29DF-4253-4FEA-B629-FD34FA2822B5}" srcOrd="7" destOrd="0" presId="urn:microsoft.com/office/officeart/2005/8/layout/list1"/>
    <dgm:cxn modelId="{88C4D962-83FC-4399-88D4-9199CE620531}" type="presParOf" srcId="{810B2B34-3EE6-47C0-86BD-7DB6CC7297D9}" destId="{9C0F1A48-20EB-45A5-8C7B-96F33E115A93}" srcOrd="8" destOrd="0" presId="urn:microsoft.com/office/officeart/2005/8/layout/list1"/>
    <dgm:cxn modelId="{7B15F56C-E666-47FC-88D0-813607D22694}" type="presParOf" srcId="{9C0F1A48-20EB-45A5-8C7B-96F33E115A93}" destId="{E0BFBA91-D03A-472E-81CC-8C93CA64F520}" srcOrd="0" destOrd="0" presId="urn:microsoft.com/office/officeart/2005/8/layout/list1"/>
    <dgm:cxn modelId="{A8BE75BF-EC4A-409D-962C-E1AC3EA63001}" type="presParOf" srcId="{9C0F1A48-20EB-45A5-8C7B-96F33E115A93}" destId="{36DCCC35-65A4-4998-A589-62B6B5EF338C}" srcOrd="1" destOrd="0" presId="urn:microsoft.com/office/officeart/2005/8/layout/list1"/>
    <dgm:cxn modelId="{A2D2C301-2870-45BE-A469-2BEA74535A95}" type="presParOf" srcId="{810B2B34-3EE6-47C0-86BD-7DB6CC7297D9}" destId="{5ADC849C-E6F8-4CD5-A925-7742A28209B0}" srcOrd="9" destOrd="0" presId="urn:microsoft.com/office/officeart/2005/8/layout/list1"/>
    <dgm:cxn modelId="{D3CB567F-AF2D-4F9F-9FE3-ED00E1686540}" type="presParOf" srcId="{810B2B34-3EE6-47C0-86BD-7DB6CC7297D9}" destId="{7474F277-EA74-4B47-BF19-9DF459B82E5A}" srcOrd="10" destOrd="0" presId="urn:microsoft.com/office/officeart/2005/8/layout/list1"/>
    <dgm:cxn modelId="{918C4065-1D1C-4793-9D56-33D339CFB72A}" type="presParOf" srcId="{810B2B34-3EE6-47C0-86BD-7DB6CC7297D9}" destId="{8D4E74F2-9B2F-47E5-A20A-02212D4D720C}" srcOrd="11" destOrd="0" presId="urn:microsoft.com/office/officeart/2005/8/layout/list1"/>
    <dgm:cxn modelId="{A1C91989-E925-425D-98AB-60A0B83BA023}" type="presParOf" srcId="{810B2B34-3EE6-47C0-86BD-7DB6CC7297D9}" destId="{151DDDA3-2158-4E3F-9F2F-6F96D0ACF887}" srcOrd="12" destOrd="0" presId="urn:microsoft.com/office/officeart/2005/8/layout/list1"/>
    <dgm:cxn modelId="{63504856-BC47-43BC-94CA-167B0C351595}" type="presParOf" srcId="{151DDDA3-2158-4E3F-9F2F-6F96D0ACF887}" destId="{D8F4D2F5-B680-48CB-895E-D1CF1C29ECF7}" srcOrd="0" destOrd="0" presId="urn:microsoft.com/office/officeart/2005/8/layout/list1"/>
    <dgm:cxn modelId="{778A0386-9FE3-4C3B-B1C1-717E7A4EC013}" type="presParOf" srcId="{151DDDA3-2158-4E3F-9F2F-6F96D0ACF887}" destId="{C69D2C59-A014-4C10-BCA1-96C0B7FD2CFE}" srcOrd="1" destOrd="0" presId="urn:microsoft.com/office/officeart/2005/8/layout/list1"/>
    <dgm:cxn modelId="{81F5B272-8FF1-48BD-ABB9-E4D713F6297C}" type="presParOf" srcId="{810B2B34-3EE6-47C0-86BD-7DB6CC7297D9}" destId="{E21A3128-3BDB-4BF5-ADB2-819947A5A48A}" srcOrd="13" destOrd="0" presId="urn:microsoft.com/office/officeart/2005/8/layout/list1"/>
    <dgm:cxn modelId="{8622C66D-BBE5-4D39-8D97-68F6AA8D1099}" type="presParOf" srcId="{810B2B34-3EE6-47C0-86BD-7DB6CC7297D9}" destId="{B8DD0F69-428B-4BA9-AB91-8317CD79A56A}" srcOrd="14" destOrd="0" presId="urn:microsoft.com/office/officeart/2005/8/layout/list1"/>
    <dgm:cxn modelId="{E6C9F677-A6C2-4800-B887-A40912997D47}" type="presParOf" srcId="{810B2B34-3EE6-47C0-86BD-7DB6CC7297D9}" destId="{DF15CCFD-73AE-4CDD-B39E-925E4F3991D8}" srcOrd="15" destOrd="0" presId="urn:microsoft.com/office/officeart/2005/8/layout/list1"/>
    <dgm:cxn modelId="{2B7DC910-D76C-0445-8847-E5A92C753417}" type="presParOf" srcId="{810B2B34-3EE6-47C0-86BD-7DB6CC7297D9}" destId="{C996D370-9D6A-214D-AABF-7E840DF8824A}" srcOrd="16" destOrd="0" presId="urn:microsoft.com/office/officeart/2005/8/layout/list1"/>
    <dgm:cxn modelId="{EB60F101-3316-244C-A964-D2543D6FE3C1}" type="presParOf" srcId="{C996D370-9D6A-214D-AABF-7E840DF8824A}" destId="{3BE9127C-7843-8D41-BD86-F65D81BB791D}" srcOrd="0" destOrd="0" presId="urn:microsoft.com/office/officeart/2005/8/layout/list1"/>
    <dgm:cxn modelId="{52F34949-E25D-BE4C-B63E-9EBF4971865E}" type="presParOf" srcId="{C996D370-9D6A-214D-AABF-7E840DF8824A}" destId="{F14E5A7B-790B-E147-82D3-248E081BFFB4}" srcOrd="1" destOrd="0" presId="urn:microsoft.com/office/officeart/2005/8/layout/list1"/>
    <dgm:cxn modelId="{A7E9A696-55BA-634E-A18A-5264B82C20C4}" type="presParOf" srcId="{810B2B34-3EE6-47C0-86BD-7DB6CC7297D9}" destId="{57D73E85-CA16-3946-B1AC-BF8CB3F56A4C}" srcOrd="17" destOrd="0" presId="urn:microsoft.com/office/officeart/2005/8/layout/list1"/>
    <dgm:cxn modelId="{70E10AF3-68D9-664B-9F4A-3C9E7DCC147E}" type="presParOf" srcId="{810B2B34-3EE6-47C0-86BD-7DB6CC7297D9}" destId="{E84AB1EA-803D-F44F-82C8-D5303703DC60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CCFC386-E05C-4E8D-A674-36C8F1A6B0AC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TW" altLang="en-US"/>
        </a:p>
      </dgm:t>
    </dgm:pt>
    <dgm:pt modelId="{352DB66F-C7C3-4CF4-BAD2-A442B17413FA}">
      <dgm:prSet phldrT="[文字]"/>
      <dgm:spPr/>
      <dgm:t>
        <a:bodyPr/>
        <a:lstStyle/>
        <a:p>
          <a:r>
            <a:rPr kumimoji="0" lang="en-US" altLang="zh-TW" b="0" i="0" u="none" strike="noStrike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Pre-sale</a:t>
          </a:r>
          <a:r>
            <a:rPr kumimoji="0" lang="zh-TW" altLang="en-US" b="0" i="0" u="none" strike="noStrike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、</a:t>
          </a:r>
          <a:r>
            <a:rPr kumimoji="0" lang="en-US" altLang="zh-TW" b="0" i="0" u="none" strike="noStrike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POC &amp; </a:t>
          </a:r>
          <a:r>
            <a:rPr kumimoji="0" lang="zh-TW" altLang="en-US" b="0" i="0" u="none" strike="noStrike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原廠</a:t>
          </a:r>
          <a:r>
            <a:rPr kumimoji="0" lang="en-US" altLang="zh-TW" b="0" i="0" u="none" strike="noStrike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AM</a:t>
          </a:r>
          <a:r>
            <a:rPr kumimoji="0" lang="zh-TW" altLang="en-US" b="0" i="0" u="none" strike="noStrike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 指派的案件</a:t>
          </a:r>
          <a:endParaRPr lang="zh-TW" altLang="en-US" dirty="0">
            <a:latin typeface="Times New Roman" panose="02020603050405020304" pitchFamily="18" charset="0"/>
            <a:ea typeface="Microsoft JhengHei" panose="020B0604030504040204" pitchFamily="34" charset="-120"/>
            <a:cs typeface="Times New Roman" panose="02020603050405020304" pitchFamily="18" charset="0"/>
          </a:endParaRPr>
        </a:p>
      </dgm:t>
    </dgm:pt>
    <dgm:pt modelId="{124E44A3-8451-4426-AABD-B2B981364845}" type="parTrans" cxnId="{991D2FE6-791D-4E2E-8C96-F73B307F355F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Microsoft JhengHei" panose="020B0604030504040204" pitchFamily="34" charset="-120"/>
            <a:cs typeface="Times New Roman" panose="02020603050405020304" pitchFamily="18" charset="0"/>
          </a:endParaRPr>
        </a:p>
      </dgm:t>
    </dgm:pt>
    <dgm:pt modelId="{02FC0D9B-9CC4-4F9F-AAC3-7D6DDE273BC1}" type="sibTrans" cxnId="{991D2FE6-791D-4E2E-8C96-F73B307F355F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Microsoft JhengHei" panose="020B0604030504040204" pitchFamily="34" charset="-120"/>
            <a:cs typeface="Times New Roman" panose="02020603050405020304" pitchFamily="18" charset="0"/>
          </a:endParaRPr>
        </a:p>
      </dgm:t>
    </dgm:pt>
    <dgm:pt modelId="{BCA71B68-AF6C-4FD5-8776-4642735D34D4}">
      <dgm:prSet phldrT="[文字]" custT="1"/>
      <dgm:spPr/>
      <dgm:t>
        <a:bodyPr/>
        <a:lstStyle/>
        <a:p>
          <a:r>
            <a:rPr lang="zh-TW" altLang="en-US" sz="32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由 </a:t>
          </a:r>
          <a:r>
            <a:rPr lang="en-US" altLang="en-US" sz="32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PM </a:t>
          </a:r>
          <a:r>
            <a:rPr lang="zh-TW" altLang="en-US" sz="32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指派人員處理</a:t>
          </a:r>
          <a:r>
            <a:rPr lang="en-US" altLang="zh-TW" sz="24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(Parker</a:t>
          </a:r>
          <a:r>
            <a:rPr lang="zh-TW" altLang="en-US" sz="24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、</a:t>
          </a:r>
          <a:r>
            <a:rPr lang="en-US" altLang="zh-TW" sz="24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Jeff</a:t>
          </a:r>
          <a:r>
            <a:rPr lang="zh-TW" altLang="en-US" sz="24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 </a:t>
          </a:r>
          <a:r>
            <a:rPr lang="en-US" altLang="zh-TW" sz="24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or Kenny)</a:t>
          </a:r>
          <a:endParaRPr lang="zh-TW" altLang="en-US" sz="2400" dirty="0">
            <a:latin typeface="Times New Roman" panose="02020603050405020304" pitchFamily="18" charset="0"/>
            <a:ea typeface="Microsoft JhengHei" panose="020B0604030504040204" pitchFamily="34" charset="-120"/>
            <a:cs typeface="Times New Roman" panose="02020603050405020304" pitchFamily="18" charset="0"/>
          </a:endParaRPr>
        </a:p>
      </dgm:t>
    </dgm:pt>
    <dgm:pt modelId="{31571475-8C23-4297-9EF6-FF7EB18385C9}" type="parTrans" cxnId="{DD034183-E20B-4153-90E0-202F00D4C05E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Microsoft JhengHei" panose="020B0604030504040204" pitchFamily="34" charset="-120"/>
            <a:cs typeface="Times New Roman" panose="02020603050405020304" pitchFamily="18" charset="0"/>
          </a:endParaRPr>
        </a:p>
      </dgm:t>
    </dgm:pt>
    <dgm:pt modelId="{0E89D093-DD10-4219-A8AA-D5FB82884A74}" type="sibTrans" cxnId="{DD034183-E20B-4153-90E0-202F00D4C05E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Microsoft JhengHei" panose="020B0604030504040204" pitchFamily="34" charset="-120"/>
            <a:cs typeface="Times New Roman" panose="02020603050405020304" pitchFamily="18" charset="0"/>
          </a:endParaRPr>
        </a:p>
      </dgm:t>
    </dgm:pt>
    <dgm:pt modelId="{84329617-4B37-459B-94C0-45778C84A889}">
      <dgm:prSet phldrT="[文字]"/>
      <dgm:spPr/>
      <dgm:t>
        <a:bodyPr/>
        <a:lstStyle/>
        <a:p>
          <a:r>
            <a:rPr kumimoji="0" lang="zh-TW" altLang="en-US" b="0" i="0" u="none" strike="noStrike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售後技術支援、端點防護產品的案件 </a:t>
          </a:r>
          <a:endParaRPr lang="zh-TW" altLang="en-US" dirty="0">
            <a:latin typeface="Times New Roman" panose="02020603050405020304" pitchFamily="18" charset="0"/>
            <a:ea typeface="Microsoft JhengHei" panose="020B0604030504040204" pitchFamily="34" charset="-120"/>
            <a:cs typeface="Times New Roman" panose="02020603050405020304" pitchFamily="18" charset="0"/>
          </a:endParaRPr>
        </a:p>
      </dgm:t>
    </dgm:pt>
    <dgm:pt modelId="{6DF304D7-7FBE-4F48-A5A9-F3897B56F377}" type="parTrans" cxnId="{F0B508F8-2F0A-4BA1-B8DC-6824C112BA44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Microsoft JhengHei" panose="020B0604030504040204" pitchFamily="34" charset="-120"/>
            <a:cs typeface="Times New Roman" panose="02020603050405020304" pitchFamily="18" charset="0"/>
          </a:endParaRPr>
        </a:p>
      </dgm:t>
    </dgm:pt>
    <dgm:pt modelId="{A849B473-7245-4A80-8339-D21F0AFACBC9}" type="sibTrans" cxnId="{F0B508F8-2F0A-4BA1-B8DC-6824C112BA44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Microsoft JhengHei" panose="020B0604030504040204" pitchFamily="34" charset="-120"/>
            <a:cs typeface="Times New Roman" panose="02020603050405020304" pitchFamily="18" charset="0"/>
          </a:endParaRPr>
        </a:p>
      </dgm:t>
    </dgm:pt>
    <dgm:pt modelId="{B2F630BF-CC3A-43F9-A893-EA47B95F0CD4}">
      <dgm:prSet phldrT="[文字]" custT="1"/>
      <dgm:spPr/>
      <dgm:t>
        <a:bodyPr/>
        <a:lstStyle/>
        <a:p>
          <a:r>
            <a:rPr lang="zh-TW" altLang="en-US" sz="32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 由 </a:t>
          </a:r>
          <a:r>
            <a:rPr lang="en-US" altLang="en-US" sz="32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Denny </a:t>
          </a:r>
          <a:r>
            <a:rPr lang="zh-TW" altLang="en-US" sz="32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處理</a:t>
          </a:r>
        </a:p>
      </dgm:t>
    </dgm:pt>
    <dgm:pt modelId="{5B2EA5F2-39A7-47E0-BCF3-A52AC15A4B5C}" type="parTrans" cxnId="{D46C4FE6-9597-4993-A889-5AE97ABB51D8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Microsoft JhengHei" panose="020B0604030504040204" pitchFamily="34" charset="-120"/>
            <a:cs typeface="Times New Roman" panose="02020603050405020304" pitchFamily="18" charset="0"/>
          </a:endParaRPr>
        </a:p>
      </dgm:t>
    </dgm:pt>
    <dgm:pt modelId="{45CC0614-16A2-4C96-A01D-EB9D54910328}" type="sibTrans" cxnId="{D46C4FE6-9597-4993-A889-5AE97ABB51D8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Microsoft JhengHei" panose="020B0604030504040204" pitchFamily="34" charset="-120"/>
            <a:cs typeface="Times New Roman" panose="02020603050405020304" pitchFamily="18" charset="0"/>
          </a:endParaRPr>
        </a:p>
      </dgm:t>
    </dgm:pt>
    <dgm:pt modelId="{1ABC8B7E-B60A-4F53-8980-2167D85A914A}" type="pres">
      <dgm:prSet presAssocID="{BCCFC386-E05C-4E8D-A674-36C8F1A6B0AC}" presName="Name0" presStyleCnt="0">
        <dgm:presLayoutVars>
          <dgm:dir/>
          <dgm:animLvl val="lvl"/>
          <dgm:resizeHandles val="exact"/>
        </dgm:presLayoutVars>
      </dgm:prSet>
      <dgm:spPr/>
    </dgm:pt>
    <dgm:pt modelId="{4854EC29-0E66-4949-8EE6-6B39445FC1CC}" type="pres">
      <dgm:prSet presAssocID="{352DB66F-C7C3-4CF4-BAD2-A442B17413FA}" presName="linNode" presStyleCnt="0"/>
      <dgm:spPr/>
    </dgm:pt>
    <dgm:pt modelId="{68A9D27C-59B9-4868-9CFC-4B442D4D4003}" type="pres">
      <dgm:prSet presAssocID="{352DB66F-C7C3-4CF4-BAD2-A442B17413FA}" presName="parentText" presStyleLbl="node1" presStyleIdx="0" presStyleCnt="2" custScaleX="120921">
        <dgm:presLayoutVars>
          <dgm:chMax val="1"/>
          <dgm:bulletEnabled val="1"/>
        </dgm:presLayoutVars>
      </dgm:prSet>
      <dgm:spPr/>
    </dgm:pt>
    <dgm:pt modelId="{FAF050C1-3050-4175-952F-CFD6D3BB8404}" type="pres">
      <dgm:prSet presAssocID="{352DB66F-C7C3-4CF4-BAD2-A442B17413FA}" presName="descendantText" presStyleLbl="alignAccFollowNode1" presStyleIdx="0" presStyleCnt="2">
        <dgm:presLayoutVars>
          <dgm:bulletEnabled val="1"/>
        </dgm:presLayoutVars>
      </dgm:prSet>
      <dgm:spPr/>
    </dgm:pt>
    <dgm:pt modelId="{41AE1CC5-69B7-45C8-8AEC-DF6C8D3CFD47}" type="pres">
      <dgm:prSet presAssocID="{02FC0D9B-9CC4-4F9F-AAC3-7D6DDE273BC1}" presName="sp" presStyleCnt="0"/>
      <dgm:spPr/>
    </dgm:pt>
    <dgm:pt modelId="{23DAEF60-7EF3-46BD-B789-595105CC16CC}" type="pres">
      <dgm:prSet presAssocID="{84329617-4B37-459B-94C0-45778C84A889}" presName="linNode" presStyleCnt="0"/>
      <dgm:spPr/>
    </dgm:pt>
    <dgm:pt modelId="{A5AAF767-E652-4669-A1DA-32B191805CA1}" type="pres">
      <dgm:prSet presAssocID="{84329617-4B37-459B-94C0-45778C84A889}" presName="parentText" presStyleLbl="node1" presStyleIdx="1" presStyleCnt="2" custScaleX="120921">
        <dgm:presLayoutVars>
          <dgm:chMax val="1"/>
          <dgm:bulletEnabled val="1"/>
        </dgm:presLayoutVars>
      </dgm:prSet>
      <dgm:spPr/>
    </dgm:pt>
    <dgm:pt modelId="{2A10FF6E-96F5-40D9-B54E-830D124BBABF}" type="pres">
      <dgm:prSet presAssocID="{84329617-4B37-459B-94C0-45778C84A889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926F691D-5F32-4012-8240-7F4BAFABE3C9}" type="presOf" srcId="{BCCFC386-E05C-4E8D-A674-36C8F1A6B0AC}" destId="{1ABC8B7E-B60A-4F53-8980-2167D85A914A}" srcOrd="0" destOrd="0" presId="urn:microsoft.com/office/officeart/2005/8/layout/vList5"/>
    <dgm:cxn modelId="{34E34823-0A95-472F-BB3B-CCC628C22284}" type="presOf" srcId="{352DB66F-C7C3-4CF4-BAD2-A442B17413FA}" destId="{68A9D27C-59B9-4868-9CFC-4B442D4D4003}" srcOrd="0" destOrd="0" presId="urn:microsoft.com/office/officeart/2005/8/layout/vList5"/>
    <dgm:cxn modelId="{2C824C73-F9C1-481A-84AC-5CA5CFE6F25A}" type="presOf" srcId="{BCA71B68-AF6C-4FD5-8776-4642735D34D4}" destId="{FAF050C1-3050-4175-952F-CFD6D3BB8404}" srcOrd="0" destOrd="0" presId="urn:microsoft.com/office/officeart/2005/8/layout/vList5"/>
    <dgm:cxn modelId="{DD034183-E20B-4153-90E0-202F00D4C05E}" srcId="{352DB66F-C7C3-4CF4-BAD2-A442B17413FA}" destId="{BCA71B68-AF6C-4FD5-8776-4642735D34D4}" srcOrd="0" destOrd="0" parTransId="{31571475-8C23-4297-9EF6-FF7EB18385C9}" sibTransId="{0E89D093-DD10-4219-A8AA-D5FB82884A74}"/>
    <dgm:cxn modelId="{9A785FB3-AD31-4056-8EAF-1424F629E577}" type="presOf" srcId="{84329617-4B37-459B-94C0-45778C84A889}" destId="{A5AAF767-E652-4669-A1DA-32B191805CA1}" srcOrd="0" destOrd="0" presId="urn:microsoft.com/office/officeart/2005/8/layout/vList5"/>
    <dgm:cxn modelId="{3A98DCCA-6DF0-466D-AC9C-D31B0B37D148}" type="presOf" srcId="{B2F630BF-CC3A-43F9-A893-EA47B95F0CD4}" destId="{2A10FF6E-96F5-40D9-B54E-830D124BBABF}" srcOrd="0" destOrd="0" presId="urn:microsoft.com/office/officeart/2005/8/layout/vList5"/>
    <dgm:cxn modelId="{991D2FE6-791D-4E2E-8C96-F73B307F355F}" srcId="{BCCFC386-E05C-4E8D-A674-36C8F1A6B0AC}" destId="{352DB66F-C7C3-4CF4-BAD2-A442B17413FA}" srcOrd="0" destOrd="0" parTransId="{124E44A3-8451-4426-AABD-B2B981364845}" sibTransId="{02FC0D9B-9CC4-4F9F-AAC3-7D6DDE273BC1}"/>
    <dgm:cxn modelId="{D46C4FE6-9597-4993-A889-5AE97ABB51D8}" srcId="{84329617-4B37-459B-94C0-45778C84A889}" destId="{B2F630BF-CC3A-43F9-A893-EA47B95F0CD4}" srcOrd="0" destOrd="0" parTransId="{5B2EA5F2-39A7-47E0-BCF3-A52AC15A4B5C}" sibTransId="{45CC0614-16A2-4C96-A01D-EB9D54910328}"/>
    <dgm:cxn modelId="{F0B508F8-2F0A-4BA1-B8DC-6824C112BA44}" srcId="{BCCFC386-E05C-4E8D-A674-36C8F1A6B0AC}" destId="{84329617-4B37-459B-94C0-45778C84A889}" srcOrd="1" destOrd="0" parTransId="{6DF304D7-7FBE-4F48-A5A9-F3897B56F377}" sibTransId="{A849B473-7245-4A80-8339-D21F0AFACBC9}"/>
    <dgm:cxn modelId="{D181C3EE-0FC2-4876-B891-6997D93DDB57}" type="presParOf" srcId="{1ABC8B7E-B60A-4F53-8980-2167D85A914A}" destId="{4854EC29-0E66-4949-8EE6-6B39445FC1CC}" srcOrd="0" destOrd="0" presId="urn:microsoft.com/office/officeart/2005/8/layout/vList5"/>
    <dgm:cxn modelId="{78053724-E2AB-4915-A896-200CAB62464C}" type="presParOf" srcId="{4854EC29-0E66-4949-8EE6-6B39445FC1CC}" destId="{68A9D27C-59B9-4868-9CFC-4B442D4D4003}" srcOrd="0" destOrd="0" presId="urn:microsoft.com/office/officeart/2005/8/layout/vList5"/>
    <dgm:cxn modelId="{DD93CFA1-42DB-4024-9EFC-B8EA930659D0}" type="presParOf" srcId="{4854EC29-0E66-4949-8EE6-6B39445FC1CC}" destId="{FAF050C1-3050-4175-952F-CFD6D3BB8404}" srcOrd="1" destOrd="0" presId="urn:microsoft.com/office/officeart/2005/8/layout/vList5"/>
    <dgm:cxn modelId="{EFF30DCD-F483-4A65-B472-8E5D24E2C90F}" type="presParOf" srcId="{1ABC8B7E-B60A-4F53-8980-2167D85A914A}" destId="{41AE1CC5-69B7-45C8-8AEC-DF6C8D3CFD47}" srcOrd="1" destOrd="0" presId="urn:microsoft.com/office/officeart/2005/8/layout/vList5"/>
    <dgm:cxn modelId="{C0A05A7A-3847-4D7E-9170-16B7D7662AAE}" type="presParOf" srcId="{1ABC8B7E-B60A-4F53-8980-2167D85A914A}" destId="{23DAEF60-7EF3-46BD-B789-595105CC16CC}" srcOrd="2" destOrd="0" presId="urn:microsoft.com/office/officeart/2005/8/layout/vList5"/>
    <dgm:cxn modelId="{9679C2AA-707A-40D0-B832-91B50BA22CE5}" type="presParOf" srcId="{23DAEF60-7EF3-46BD-B789-595105CC16CC}" destId="{A5AAF767-E652-4669-A1DA-32B191805CA1}" srcOrd="0" destOrd="0" presId="urn:microsoft.com/office/officeart/2005/8/layout/vList5"/>
    <dgm:cxn modelId="{45A709D1-5E71-4693-B6DC-09269AFB62E1}" type="presParOf" srcId="{23DAEF60-7EF3-46BD-B789-595105CC16CC}" destId="{2A10FF6E-96F5-40D9-B54E-830D124BBAB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31DF9C5-9AA7-403D-9672-A1F02FCE7ED8}" type="doc">
      <dgm:prSet loTypeId="urn:microsoft.com/office/officeart/2009/3/layout/IncreasingArrowsProcess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TW" altLang="en-US"/>
        </a:p>
      </dgm:t>
    </dgm:pt>
    <dgm:pt modelId="{DF7B1BD2-BB18-47AE-A35A-8534836088BA}">
      <dgm:prSet phldrT="[文字]" custT="1"/>
      <dgm:spPr/>
      <dgm:t>
        <a:bodyPr/>
        <a:lstStyle/>
        <a:p>
          <a:r>
            <a:rPr kumimoji="0" lang="en-US" altLang="zh-TW" sz="2400" b="0" i="0" u="none" strike="noStrike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rPr>
            <a:t>Pre-sale</a:t>
          </a:r>
          <a:endParaRPr lang="zh-TW" altLang="en-US" sz="24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A8212F9-A2EB-45DA-993E-5A45DFA5FB09}" type="parTrans" cxnId="{C34EA9C2-CCB4-4C65-BAC7-038971971DDA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EE93873-9EB8-4C84-860B-91CD0CA49C63}" type="sibTrans" cxnId="{C34EA9C2-CCB4-4C65-BAC7-038971971DDA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11F2E16-F8B3-465A-9016-449E6EAF82A9}">
      <dgm:prSet phldrT="[文字]"/>
      <dgm:spPr/>
      <dgm:t>
        <a:bodyPr/>
        <a:lstStyle/>
        <a:p>
          <a:r>
            <a:rPr lang="en-US" altLang="zh-TW" dirty="0">
              <a:latin typeface="Times New Roman" panose="02020603050405020304" pitchFamily="18" charset="0"/>
              <a:cs typeface="Times New Roman" panose="02020603050405020304" pitchFamily="18" charset="0"/>
            </a:rPr>
            <a:t>PM</a:t>
          </a:r>
        </a:p>
        <a:p>
          <a:r>
            <a:rPr lang="en-US" altLang="zh-TW" dirty="0">
              <a:latin typeface="Times New Roman" panose="02020603050405020304" pitchFamily="18" charset="0"/>
              <a:cs typeface="Times New Roman" panose="02020603050405020304" pitchFamily="18" charset="0"/>
            </a:rPr>
            <a:t>Sales</a:t>
          </a:r>
        </a:p>
        <a:p>
          <a:r>
            <a:rPr lang="en-US" altLang="zh-TW" dirty="0">
              <a:latin typeface="Times New Roman" panose="02020603050405020304" pitchFamily="18" charset="0"/>
              <a:cs typeface="Times New Roman" panose="02020603050405020304" pitchFamily="18" charset="0"/>
            </a:rPr>
            <a:t>Jamf </a:t>
          </a:r>
          <a:r>
            <a:rPr lang="zh-TW" alt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原廠</a:t>
          </a:r>
          <a:endParaRPr lang="en-US" altLang="zh-TW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074BF68-E052-4DDF-9EF6-D9E3D3A91C1A}" type="parTrans" cxnId="{7E5EB816-3233-43EF-942D-DC04D67741F4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C84E6BD-7AAC-4A5C-AEC7-C6163AB3C20D}" type="sibTrans" cxnId="{7E5EB816-3233-43EF-942D-DC04D67741F4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D8CB97F-C7AF-4A6C-9F8E-351C86AC36C7}">
      <dgm:prSet phldrT="[文字]" custT="1"/>
      <dgm:spPr/>
      <dgm:t>
        <a:bodyPr/>
        <a:lstStyle/>
        <a:p>
          <a:r>
            <a: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POC</a:t>
          </a:r>
          <a:endParaRPr lang="zh-TW" alt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6F99358-6746-4DB6-BBC6-804593CF0353}" type="parTrans" cxnId="{F4AAEBB9-9523-4DCC-BEDE-6F7B57CB32F6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CCED095-EE86-4338-903B-5368285D11C6}" type="sibTrans" cxnId="{F4AAEBB9-9523-4DCC-BEDE-6F7B57CB32F6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46FB47-47C9-41EA-BD6E-B5C8DEEF15BB}">
      <dgm:prSet phldrT="[文字]"/>
      <dgm:spPr/>
      <dgm:t>
        <a:bodyPr/>
        <a:lstStyle/>
        <a:p>
          <a:r>
            <a:rPr lang="en-US" altLang="zh-TW" dirty="0">
              <a:latin typeface="Times New Roman" panose="02020603050405020304" pitchFamily="18" charset="0"/>
              <a:cs typeface="Times New Roman" panose="02020603050405020304" pitchFamily="18" charset="0"/>
            </a:rPr>
            <a:t>Jamf </a:t>
          </a:r>
          <a:r>
            <a:rPr lang="zh-TW" alt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原廠</a:t>
          </a:r>
          <a:endParaRPr lang="en-US" altLang="zh-TW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en-US" altLang="zh-TW" dirty="0">
              <a:latin typeface="Times New Roman" panose="02020603050405020304" pitchFamily="18" charset="0"/>
              <a:cs typeface="Times New Roman" panose="02020603050405020304" pitchFamily="18" charset="0"/>
            </a:rPr>
            <a:t>William</a:t>
          </a:r>
        </a:p>
        <a:p>
          <a:r>
            <a:rPr lang="en-US" altLang="zh-TW" dirty="0">
              <a:latin typeface="Times New Roman" panose="02020603050405020304" pitchFamily="18" charset="0"/>
              <a:cs typeface="Times New Roman" panose="02020603050405020304" pitchFamily="18" charset="0"/>
            </a:rPr>
            <a:t>Denny</a:t>
          </a:r>
          <a:endParaRPr lang="zh-TW" alt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E505A0D-ED3B-4F03-81C1-ACEABDEFDBA3}" type="parTrans" cxnId="{45585EA3-9FD0-4958-AA44-8B3DE7144DA2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06870CB-CB18-4D17-851B-18D4274F35ED}" type="sibTrans" cxnId="{45585EA3-9FD0-4958-AA44-8B3DE7144DA2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E51C8BA-6F76-48AC-91BB-0FADBC0A31E4}">
      <dgm:prSet phldrT="[文字]" custT="1"/>
      <dgm:spPr/>
      <dgm:t>
        <a:bodyPr/>
        <a:lstStyle/>
        <a:p>
          <a:r>
            <a: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After Services</a:t>
          </a:r>
          <a:endParaRPr lang="zh-TW" alt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F6680D1-34E1-40C3-BE1B-3CF8296E1FBC}" type="parTrans" cxnId="{6175F402-F4BA-4DFF-A82E-C7889FEE3595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47AA862-9866-4578-9CBF-5D08BD81965D}" type="sibTrans" cxnId="{6175F402-F4BA-4DFF-A82E-C7889FEE3595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FB431CE-D7D7-4517-AA10-65EA0BEBE86B}">
      <dgm:prSet phldrT="[文字]"/>
      <dgm:spPr/>
      <dgm:t>
        <a:bodyPr/>
        <a:lstStyle/>
        <a:p>
          <a:r>
            <a:rPr lang="en-US" altLang="zh-TW" dirty="0">
              <a:latin typeface="Times New Roman" panose="02020603050405020304" pitchFamily="18" charset="0"/>
              <a:cs typeface="Times New Roman" panose="02020603050405020304" pitchFamily="18" charset="0"/>
            </a:rPr>
            <a:t>William</a:t>
          </a:r>
        </a:p>
        <a:p>
          <a:r>
            <a:rPr lang="en-US" altLang="zh-TW" dirty="0">
              <a:latin typeface="Times New Roman" panose="02020603050405020304" pitchFamily="18" charset="0"/>
              <a:cs typeface="Times New Roman" panose="02020603050405020304" pitchFamily="18" charset="0"/>
            </a:rPr>
            <a:t>Denny</a:t>
          </a:r>
          <a:endParaRPr lang="zh-TW" alt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1E65F82-90D7-4D44-85BF-9D01D7225B52}" type="parTrans" cxnId="{EEA2AC59-CB4A-4410-9A36-E5D668669D5E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BE37B4F-A964-4AB0-8537-1C20C330F029}" type="sibTrans" cxnId="{EEA2AC59-CB4A-4410-9A36-E5D668669D5E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677A059-4082-49DA-927B-EFC2D967D639}" type="pres">
      <dgm:prSet presAssocID="{731DF9C5-9AA7-403D-9672-A1F02FCE7ED8}" presName="Name0" presStyleCnt="0">
        <dgm:presLayoutVars>
          <dgm:chMax val="5"/>
          <dgm:chPref val="5"/>
          <dgm:dir/>
          <dgm:animLvl val="lvl"/>
        </dgm:presLayoutVars>
      </dgm:prSet>
      <dgm:spPr/>
    </dgm:pt>
    <dgm:pt modelId="{CC9A3D40-562E-40D2-8C91-31038FD7375E}" type="pres">
      <dgm:prSet presAssocID="{DF7B1BD2-BB18-47AE-A35A-8534836088BA}" presName="parentText1" presStyleLbl="node1" presStyleIdx="0" presStyleCnt="3" custLinFactNeighborX="-980" custLinFactNeighborY="3764">
        <dgm:presLayoutVars>
          <dgm:chMax/>
          <dgm:chPref val="3"/>
          <dgm:bulletEnabled val="1"/>
        </dgm:presLayoutVars>
      </dgm:prSet>
      <dgm:spPr/>
    </dgm:pt>
    <dgm:pt modelId="{24AFEBC8-338E-438B-9D7A-66828D7352E5}" type="pres">
      <dgm:prSet presAssocID="{DF7B1BD2-BB18-47AE-A35A-8534836088BA}" presName="childText1" presStyleLbl="solidAlignAcc1" presStyleIdx="0" presStyleCnt="3">
        <dgm:presLayoutVars>
          <dgm:chMax val="0"/>
          <dgm:chPref val="0"/>
          <dgm:bulletEnabled val="1"/>
        </dgm:presLayoutVars>
      </dgm:prSet>
      <dgm:spPr/>
    </dgm:pt>
    <dgm:pt modelId="{8237DE25-5D9A-46B9-A11B-D3792238ED7D}" type="pres">
      <dgm:prSet presAssocID="{0D8CB97F-C7AF-4A6C-9F8E-351C86AC36C7}" presName="parentText2" presStyleLbl="node1" presStyleIdx="1" presStyleCnt="3">
        <dgm:presLayoutVars>
          <dgm:chMax/>
          <dgm:chPref val="3"/>
          <dgm:bulletEnabled val="1"/>
        </dgm:presLayoutVars>
      </dgm:prSet>
      <dgm:spPr/>
    </dgm:pt>
    <dgm:pt modelId="{77EAF112-95E0-4086-8660-51F90D039614}" type="pres">
      <dgm:prSet presAssocID="{0D8CB97F-C7AF-4A6C-9F8E-351C86AC36C7}" presName="childText2" presStyleLbl="solidAlignAcc1" presStyleIdx="1" presStyleCnt="3">
        <dgm:presLayoutVars>
          <dgm:chMax val="0"/>
          <dgm:chPref val="0"/>
          <dgm:bulletEnabled val="1"/>
        </dgm:presLayoutVars>
      </dgm:prSet>
      <dgm:spPr/>
    </dgm:pt>
    <dgm:pt modelId="{375199CE-4BE5-41D2-9241-72B58943290B}" type="pres">
      <dgm:prSet presAssocID="{DE51C8BA-6F76-48AC-91BB-0FADBC0A31E4}" presName="parentText3" presStyleLbl="node1" presStyleIdx="2" presStyleCnt="3">
        <dgm:presLayoutVars>
          <dgm:chMax/>
          <dgm:chPref val="3"/>
          <dgm:bulletEnabled val="1"/>
        </dgm:presLayoutVars>
      </dgm:prSet>
      <dgm:spPr/>
    </dgm:pt>
    <dgm:pt modelId="{8AEA10A1-4D5F-4A5D-B2D7-5954BD66A279}" type="pres">
      <dgm:prSet presAssocID="{DE51C8BA-6F76-48AC-91BB-0FADBC0A31E4}" presName="childText3" presStyleLbl="solidAlignAcc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6175F402-F4BA-4DFF-A82E-C7889FEE3595}" srcId="{731DF9C5-9AA7-403D-9672-A1F02FCE7ED8}" destId="{DE51C8BA-6F76-48AC-91BB-0FADBC0A31E4}" srcOrd="2" destOrd="0" parTransId="{6F6680D1-34E1-40C3-BE1B-3CF8296E1FBC}" sibTransId="{847AA862-9866-4578-9CBF-5D08BD81965D}"/>
    <dgm:cxn modelId="{24D19912-B23D-4CE4-A36E-786D07C3BA62}" type="presOf" srcId="{DF7B1BD2-BB18-47AE-A35A-8534836088BA}" destId="{CC9A3D40-562E-40D2-8C91-31038FD7375E}" srcOrd="0" destOrd="0" presId="urn:microsoft.com/office/officeart/2009/3/layout/IncreasingArrowsProcess"/>
    <dgm:cxn modelId="{7E5EB816-3233-43EF-942D-DC04D67741F4}" srcId="{DF7B1BD2-BB18-47AE-A35A-8534836088BA}" destId="{F11F2E16-F8B3-465A-9016-449E6EAF82A9}" srcOrd="0" destOrd="0" parTransId="{2074BF68-E052-4DDF-9EF6-D9E3D3A91C1A}" sibTransId="{FC84E6BD-7AAC-4A5C-AEC7-C6163AB3C20D}"/>
    <dgm:cxn modelId="{4E687C2A-54BA-4F25-8E87-46F8AE301488}" type="presOf" srcId="{BFB431CE-D7D7-4517-AA10-65EA0BEBE86B}" destId="{8AEA10A1-4D5F-4A5D-B2D7-5954BD66A279}" srcOrd="0" destOrd="0" presId="urn:microsoft.com/office/officeart/2009/3/layout/IncreasingArrowsProcess"/>
    <dgm:cxn modelId="{5B77284A-9CAF-4EAB-AC02-B5740813959D}" type="presOf" srcId="{0D8CB97F-C7AF-4A6C-9F8E-351C86AC36C7}" destId="{8237DE25-5D9A-46B9-A11B-D3792238ED7D}" srcOrd="0" destOrd="0" presId="urn:microsoft.com/office/officeart/2009/3/layout/IncreasingArrowsProcess"/>
    <dgm:cxn modelId="{EEA2AC59-CB4A-4410-9A36-E5D668669D5E}" srcId="{DE51C8BA-6F76-48AC-91BB-0FADBC0A31E4}" destId="{BFB431CE-D7D7-4517-AA10-65EA0BEBE86B}" srcOrd="0" destOrd="0" parTransId="{A1E65F82-90D7-4D44-85BF-9D01D7225B52}" sibTransId="{EBE37B4F-A964-4AB0-8537-1C20C330F029}"/>
    <dgm:cxn modelId="{E7081874-484B-4D9D-97FF-6287491B2A53}" type="presOf" srcId="{DE51C8BA-6F76-48AC-91BB-0FADBC0A31E4}" destId="{375199CE-4BE5-41D2-9241-72B58943290B}" srcOrd="0" destOrd="0" presId="urn:microsoft.com/office/officeart/2009/3/layout/IncreasingArrowsProcess"/>
    <dgm:cxn modelId="{78B52989-59D7-46A5-A6DD-9E0D04B6BB21}" type="presOf" srcId="{9D46FB47-47C9-41EA-BD6E-B5C8DEEF15BB}" destId="{77EAF112-95E0-4086-8660-51F90D039614}" srcOrd="0" destOrd="0" presId="urn:microsoft.com/office/officeart/2009/3/layout/IncreasingArrowsProcess"/>
    <dgm:cxn modelId="{45585EA3-9FD0-4958-AA44-8B3DE7144DA2}" srcId="{0D8CB97F-C7AF-4A6C-9F8E-351C86AC36C7}" destId="{9D46FB47-47C9-41EA-BD6E-B5C8DEEF15BB}" srcOrd="0" destOrd="0" parTransId="{FE505A0D-ED3B-4F03-81C1-ACEABDEFDBA3}" sibTransId="{D06870CB-CB18-4D17-851B-18D4274F35ED}"/>
    <dgm:cxn modelId="{F4AAEBB9-9523-4DCC-BEDE-6F7B57CB32F6}" srcId="{731DF9C5-9AA7-403D-9672-A1F02FCE7ED8}" destId="{0D8CB97F-C7AF-4A6C-9F8E-351C86AC36C7}" srcOrd="1" destOrd="0" parTransId="{B6F99358-6746-4DB6-BBC6-804593CF0353}" sibTransId="{DCCED095-EE86-4338-903B-5368285D11C6}"/>
    <dgm:cxn modelId="{8B8CC2BF-85C5-43F3-9B99-E81F9F7F2EDC}" type="presOf" srcId="{F11F2E16-F8B3-465A-9016-449E6EAF82A9}" destId="{24AFEBC8-338E-438B-9D7A-66828D7352E5}" srcOrd="0" destOrd="0" presId="urn:microsoft.com/office/officeart/2009/3/layout/IncreasingArrowsProcess"/>
    <dgm:cxn modelId="{C34EA9C2-CCB4-4C65-BAC7-038971971DDA}" srcId="{731DF9C5-9AA7-403D-9672-A1F02FCE7ED8}" destId="{DF7B1BD2-BB18-47AE-A35A-8534836088BA}" srcOrd="0" destOrd="0" parTransId="{9A8212F9-A2EB-45DA-993E-5A45DFA5FB09}" sibTransId="{0EE93873-9EB8-4C84-860B-91CD0CA49C63}"/>
    <dgm:cxn modelId="{768A00DF-E3AA-4887-A067-682F8F67C3A9}" type="presOf" srcId="{731DF9C5-9AA7-403D-9672-A1F02FCE7ED8}" destId="{4677A059-4082-49DA-927B-EFC2D967D639}" srcOrd="0" destOrd="0" presId="urn:microsoft.com/office/officeart/2009/3/layout/IncreasingArrowsProcess"/>
    <dgm:cxn modelId="{2408A129-6991-4E2F-AC43-B4FC1DB77FF5}" type="presParOf" srcId="{4677A059-4082-49DA-927B-EFC2D967D639}" destId="{CC9A3D40-562E-40D2-8C91-31038FD7375E}" srcOrd="0" destOrd="0" presId="urn:microsoft.com/office/officeart/2009/3/layout/IncreasingArrowsProcess"/>
    <dgm:cxn modelId="{8BA5CEBC-80A8-4887-8383-A9089FF70394}" type="presParOf" srcId="{4677A059-4082-49DA-927B-EFC2D967D639}" destId="{24AFEBC8-338E-438B-9D7A-66828D7352E5}" srcOrd="1" destOrd="0" presId="urn:microsoft.com/office/officeart/2009/3/layout/IncreasingArrowsProcess"/>
    <dgm:cxn modelId="{D0D6CC16-C22A-468B-84C7-1F6AA0CA8BF3}" type="presParOf" srcId="{4677A059-4082-49DA-927B-EFC2D967D639}" destId="{8237DE25-5D9A-46B9-A11B-D3792238ED7D}" srcOrd="2" destOrd="0" presId="urn:microsoft.com/office/officeart/2009/3/layout/IncreasingArrowsProcess"/>
    <dgm:cxn modelId="{67A46D41-2CCD-47D8-BEA0-924D8BC04059}" type="presParOf" srcId="{4677A059-4082-49DA-927B-EFC2D967D639}" destId="{77EAF112-95E0-4086-8660-51F90D039614}" srcOrd="3" destOrd="0" presId="urn:microsoft.com/office/officeart/2009/3/layout/IncreasingArrowsProcess"/>
    <dgm:cxn modelId="{D5FE9190-86A6-456A-9AC1-18D1D780C457}" type="presParOf" srcId="{4677A059-4082-49DA-927B-EFC2D967D639}" destId="{375199CE-4BE5-41D2-9241-72B58943290B}" srcOrd="4" destOrd="0" presId="urn:microsoft.com/office/officeart/2009/3/layout/IncreasingArrowsProcess"/>
    <dgm:cxn modelId="{FD7F62C5-8B51-4CBB-97B0-42FD77BEE06B}" type="presParOf" srcId="{4677A059-4082-49DA-927B-EFC2D967D639}" destId="{8AEA10A1-4D5F-4A5D-B2D7-5954BD66A279}" srcOrd="5" destOrd="0" presId="urn:microsoft.com/office/officeart/2009/3/layout/IncreasingArrows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10B06CE-BA55-453B-841C-9FBF544EE707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TW" altLang="en-US"/>
        </a:p>
      </dgm:t>
    </dgm:pt>
    <dgm:pt modelId="{0131332D-8DF7-43AB-BF0C-4A1C0793F6D7}">
      <dgm:prSet phldrT="[文字]"/>
      <dgm:spPr/>
      <dgm:t>
        <a:bodyPr/>
        <a:lstStyle/>
        <a:p>
          <a:r>
            <a:rPr lang="en-US" altLang="en-US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Apex One Server / WFBS-Std Server </a:t>
          </a:r>
          <a:r>
            <a:rPr lang="zh-TW" altLang="en-US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安裝建置</a:t>
          </a:r>
        </a:p>
      </dgm:t>
    </dgm:pt>
    <dgm:pt modelId="{3769AA73-9A21-443F-9318-C3C3688F2CF6}" type="parTrans" cxnId="{CDE14DDD-A145-40F4-ACFE-E42E0DEAE174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1E7CF807-BD9D-42E3-928C-BA11EECA0300}" type="sibTrans" cxnId="{CDE14DDD-A145-40F4-ACFE-E42E0DEAE174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51D68158-2400-48E1-A8A3-078CAB67AE59}">
      <dgm:prSet phldrT="[文字]"/>
      <dgm:spPr/>
      <dgm:t>
        <a:bodyPr/>
        <a:lstStyle/>
        <a:p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$12,000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 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/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台 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b="1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19F7C779-8B6A-4123-A082-E92DCE68B145}" type="parTrans" cxnId="{6637BDB3-9A33-4BC9-B05D-13E4E6624498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820C107B-DA63-488A-B10A-E4C396871BB0}" type="sibTrans" cxnId="{6637BDB3-9A33-4BC9-B05D-13E4E6624498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0D69966C-C739-42FE-80C1-4AB89B262F40}">
      <dgm:prSet phldrT="[文字]"/>
      <dgm:spPr/>
      <dgm:t>
        <a:bodyPr/>
        <a:lstStyle/>
        <a:p>
          <a:r>
            <a:rPr lang="en-US" altLang="en-US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Apex </a:t>
          </a:r>
          <a:r>
            <a:rPr lang="en-US" altLang="zh-TW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Central </a:t>
          </a:r>
          <a:r>
            <a:rPr lang="zh-TW" altLang="en-US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安裝建置</a:t>
          </a:r>
        </a:p>
      </dgm:t>
    </dgm:pt>
    <dgm:pt modelId="{0A9DFBB3-6128-420E-A582-8BA949714BA5}" type="parTrans" cxnId="{C1B4729E-60E1-46C6-A5C6-904FC95C3BCD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F730C09A-7CE2-4449-AD96-97B677B62743}" type="sibTrans" cxnId="{C1B4729E-60E1-46C6-A5C6-904FC95C3BCD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89D292D2-2261-4526-A487-E240FD4F8FFA}">
      <dgm:prSet phldrT="[文字]"/>
      <dgm:spPr/>
      <dgm:t>
        <a:bodyPr/>
        <a:lstStyle/>
        <a:p>
          <a:r>
            <a:rPr lang="en-US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$12,000 /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台 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b="1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E5533642-98DE-4637-A7B3-1B011DF82C71}" type="parTrans" cxnId="{044D0D47-30C2-4F73-8147-A91DD54BE3D3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5B09C700-2FA4-48AA-A8B0-7BF2F40CA032}" type="sibTrans" cxnId="{044D0D47-30C2-4F73-8147-A91DD54BE3D3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5B674BC5-1041-4AC3-8BE2-ED3770EAA855}">
      <dgm:prSet phldrT="[文字]"/>
      <dgm:spPr/>
      <dgm:t>
        <a:bodyPr/>
        <a:lstStyle/>
        <a:p>
          <a:r>
            <a:rPr lang="en-US" altLang="zh-TW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Apex One On-Premises</a:t>
          </a:r>
          <a:r>
            <a:rPr lang="zh-TW" altLang="en-US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 環境建置</a:t>
          </a:r>
        </a:p>
      </dgm:t>
    </dgm:pt>
    <dgm:pt modelId="{6F873720-2242-4350-9683-30832305FC5E}" type="parTrans" cxnId="{76743CB0-7784-4C9D-9932-8687D4E600A2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F1110CF2-8435-4A66-AF5B-6ED40611206B}" type="sibTrans" cxnId="{76743CB0-7784-4C9D-9932-8687D4E600A2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D674EA61-5827-4C6B-B8DC-8B29C81BA3F4}">
      <dgm:prSet phldrT="[文字]"/>
      <dgm:spPr/>
      <dgm:t>
        <a:bodyPr/>
        <a:lstStyle/>
        <a:p>
          <a:r>
            <a:rPr lang="en-US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$20,000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 </a:t>
          </a:r>
          <a:r>
            <a:rPr lang="en-US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/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各一台主機 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b="1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7E526B15-C3BC-4FC1-9758-A77286F56FF7}" type="parTrans" cxnId="{CC5133BC-3399-4585-9270-F8D7DA6DD409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06334A77-9CAE-46EC-81BE-DCB1743A69D2}" type="sibTrans" cxnId="{CC5133BC-3399-4585-9270-F8D7DA6DD409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11BDF631-29A2-4302-89E1-4FA47890EE27}">
      <dgm:prSet phldrT="[文字]"/>
      <dgm:spPr/>
      <dgm:t>
        <a:bodyPr/>
        <a:lstStyle/>
        <a:p>
          <a:r>
            <a:rPr lang="en-US" altLang="zh-TW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Deep Security Manager </a:t>
          </a:r>
          <a:r>
            <a:rPr lang="zh-TW" altLang="en-US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安裝建置</a:t>
          </a:r>
        </a:p>
      </dgm:t>
    </dgm:pt>
    <dgm:pt modelId="{43F6B7AF-34D8-4798-9B16-97CA61A95CFF}" type="parTrans" cxnId="{ED3A49A2-060D-4001-B88D-DE53550B43B1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898FD2D9-E50E-4BA0-B474-5E2F35B0456B}" type="sibTrans" cxnId="{ED3A49A2-060D-4001-B88D-DE53550B43B1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DA2303CC-0CAF-4B68-8D6A-7EAB02EB8F29}">
      <dgm:prSet phldrT="[文字]"/>
      <dgm:spPr/>
      <dgm:t>
        <a:bodyPr/>
        <a:lstStyle/>
        <a:p>
          <a:r>
            <a:rPr lang="en-US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$12,000 /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台 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b="1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47965156-A156-45CC-8D1C-DAAB7F7366D8}" type="parTrans" cxnId="{EF69E7E7-78F1-4E79-91B1-4B18FDAD8932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901EF48B-3036-45A3-9C30-9FB13043C7F6}" type="sibTrans" cxnId="{EF69E7E7-78F1-4E79-91B1-4B18FDAD8932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95D0A3EF-D0BA-4595-8DFA-7136ED8C64F9}">
      <dgm:prSet phldrT="[文字]"/>
      <dgm:spPr/>
      <dgm:t>
        <a:bodyPr/>
        <a:lstStyle/>
        <a:p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$9,000 /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次 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b="1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97413D6D-9996-4457-8432-0D91D2C8BB77}" type="parTrans" cxnId="{30FF10A5-5229-4141-99D2-BF02F52EF656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324F6590-47E8-4031-83E3-D39B5A1E34EF}" type="sibTrans" cxnId="{30FF10A5-5229-4141-99D2-BF02F52EF656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43F40E81-E181-4D55-9DD9-D553D0B2CF24}">
      <dgm:prSet phldrT="[文字]"/>
      <dgm:spPr/>
      <dgm:t>
        <a:bodyPr/>
        <a:lstStyle/>
        <a:p>
          <a:r>
            <a:rPr lang="en-US" altLang="zh-TW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Apex One as a Service </a:t>
          </a:r>
          <a:r>
            <a:rPr lang="zh-TW" altLang="en-US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環境建置</a:t>
          </a:r>
        </a:p>
      </dgm:t>
    </dgm:pt>
    <dgm:pt modelId="{8D2D175C-DB97-4D1A-A5B5-634834C39472}" type="parTrans" cxnId="{438C2A8B-C300-4E30-B78B-F27BB0A1E020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6DE0674F-8EEF-4A33-96F6-65A526F7ED1B}" type="sibTrans" cxnId="{438C2A8B-C300-4E30-B78B-F27BB0A1E020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446FE9D7-6DAF-4EF8-ADDE-1DA9ADB6B75E}">
      <dgm:prSet phldrT="[文字]"/>
      <dgm:spPr/>
      <dgm:t>
        <a:bodyPr/>
        <a:lstStyle/>
        <a:p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$9,000 / 3~4 </a:t>
          </a:r>
          <a:r>
            <a:rPr lang="en-US" altLang="zh-TW" b="1" dirty="0" err="1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hrs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 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b="1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E28C414E-0C53-4034-A83C-74CCF3BB6CAF}" type="parTrans" cxnId="{10C8C215-F0B1-4E79-BF9C-EB8513340BA8}">
      <dgm:prSet/>
      <dgm:spPr/>
      <dgm:t>
        <a:bodyPr/>
        <a:lstStyle/>
        <a:p>
          <a:endParaRPr lang="zh-TW" altLang="en-US"/>
        </a:p>
      </dgm:t>
    </dgm:pt>
    <dgm:pt modelId="{A5E76AC1-A7DA-4896-A55C-EE1C8A5DC34D}" type="sibTrans" cxnId="{10C8C215-F0B1-4E79-BF9C-EB8513340BA8}">
      <dgm:prSet/>
      <dgm:spPr/>
      <dgm:t>
        <a:bodyPr/>
        <a:lstStyle/>
        <a:p>
          <a:endParaRPr lang="zh-TW" altLang="en-US"/>
        </a:p>
      </dgm:t>
    </dgm:pt>
    <dgm:pt modelId="{DAEC77F9-796A-4C72-B1A2-B07D5A354F20}">
      <dgm:prSet phldrT="[文字]"/>
      <dgm:spPr/>
      <dgm:t>
        <a:bodyPr/>
        <a:lstStyle/>
        <a:p>
          <a:r>
            <a:rPr lang="en-US" altLang="zh-TW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Apex One </a:t>
          </a:r>
          <a:r>
            <a: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教育訓練</a:t>
          </a:r>
          <a:endParaRPr lang="zh-TW" altLang="en-US" b="1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B67AC8F7-4520-4D6B-8090-40175AC9283E}" type="parTrans" cxnId="{89A9F58A-B2C4-49BF-9E3B-DE1F30A8C18A}">
      <dgm:prSet/>
      <dgm:spPr/>
      <dgm:t>
        <a:bodyPr/>
        <a:lstStyle/>
        <a:p>
          <a:endParaRPr lang="zh-TW" altLang="en-US"/>
        </a:p>
      </dgm:t>
    </dgm:pt>
    <dgm:pt modelId="{7623B0ED-A563-41B4-8626-CA551214370F}" type="sibTrans" cxnId="{89A9F58A-B2C4-49BF-9E3B-DE1F30A8C18A}">
      <dgm:prSet/>
      <dgm:spPr/>
      <dgm:t>
        <a:bodyPr/>
        <a:lstStyle/>
        <a:p>
          <a:endParaRPr lang="zh-TW" altLang="en-US"/>
        </a:p>
      </dgm:t>
    </dgm:pt>
    <dgm:pt modelId="{DD2C6CC6-912C-4634-9FB8-DF933BAC4D00}">
      <dgm:prSet phldrT="[文字]"/>
      <dgm:spPr/>
      <dgm:t>
        <a:bodyPr/>
        <a:lstStyle/>
        <a:p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$6,000 / 2~3 </a:t>
          </a:r>
          <a:r>
            <a:rPr lang="en-US" altLang="zh-TW" b="1" dirty="0" err="1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hrs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 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b="1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18567A8F-262D-43BD-B228-83F2BE789CB1}" type="parTrans" cxnId="{D9306527-A68F-482F-8329-AC3026C5E876}">
      <dgm:prSet/>
      <dgm:spPr/>
      <dgm:t>
        <a:bodyPr/>
        <a:lstStyle/>
        <a:p>
          <a:endParaRPr lang="zh-TW" altLang="en-US"/>
        </a:p>
      </dgm:t>
    </dgm:pt>
    <dgm:pt modelId="{0FB8C422-41DF-42AC-8887-B585C4E69E4B}" type="sibTrans" cxnId="{D9306527-A68F-482F-8329-AC3026C5E876}">
      <dgm:prSet/>
      <dgm:spPr/>
      <dgm:t>
        <a:bodyPr/>
        <a:lstStyle/>
        <a:p>
          <a:endParaRPr lang="zh-TW" altLang="en-US"/>
        </a:p>
      </dgm:t>
    </dgm:pt>
    <dgm:pt modelId="{01BEA61F-B76E-4216-9B47-B89C0837F7B8}">
      <dgm:prSet phldrT="[文字]"/>
      <dgm:spPr/>
      <dgm:t>
        <a:bodyPr/>
        <a:lstStyle/>
        <a:p>
          <a:r>
            <a:rPr lang="en-US" altLang="zh-TW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Apex Central / Apex One SaaS </a:t>
          </a:r>
          <a:r>
            <a: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教育訓練</a:t>
          </a:r>
          <a:endParaRPr lang="zh-TW" altLang="en-US" b="1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C476236C-F94F-445B-98A7-37A759E68454}" type="parTrans" cxnId="{AAD0CFE0-D8ED-4D35-A928-0CB17E1EFC1C}">
      <dgm:prSet/>
      <dgm:spPr/>
      <dgm:t>
        <a:bodyPr/>
        <a:lstStyle/>
        <a:p>
          <a:endParaRPr lang="zh-TW" altLang="en-US"/>
        </a:p>
      </dgm:t>
    </dgm:pt>
    <dgm:pt modelId="{57B182D3-AB44-477F-8609-B1039C3635F1}" type="sibTrans" cxnId="{AAD0CFE0-D8ED-4D35-A928-0CB17E1EFC1C}">
      <dgm:prSet/>
      <dgm:spPr/>
      <dgm:t>
        <a:bodyPr/>
        <a:lstStyle/>
        <a:p>
          <a:endParaRPr lang="zh-TW" altLang="en-US"/>
        </a:p>
      </dgm:t>
    </dgm:pt>
    <dgm:pt modelId="{A72306AE-2C95-4191-90E4-B7CAE44FB25F}">
      <dgm:prSet phldrT="[文字]"/>
      <dgm:spPr/>
      <dgm:t>
        <a:bodyPr/>
        <a:lstStyle/>
        <a:p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$900 / 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台 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dirty="0"/>
        </a:p>
      </dgm:t>
    </dgm:pt>
    <dgm:pt modelId="{48E7E6B7-2EAB-40B4-9356-BF9C4269C87D}" type="parTrans" cxnId="{C6B00387-9065-4CA7-A2D9-8B8ADCF80628}">
      <dgm:prSet/>
      <dgm:spPr/>
      <dgm:t>
        <a:bodyPr/>
        <a:lstStyle/>
        <a:p>
          <a:endParaRPr lang="zh-TW" altLang="en-US"/>
        </a:p>
      </dgm:t>
    </dgm:pt>
    <dgm:pt modelId="{2598C334-D012-42DE-9263-EF675E8BD544}" type="sibTrans" cxnId="{C6B00387-9065-4CA7-A2D9-8B8ADCF80628}">
      <dgm:prSet/>
      <dgm:spPr/>
      <dgm:t>
        <a:bodyPr/>
        <a:lstStyle/>
        <a:p>
          <a:endParaRPr lang="zh-TW" altLang="en-US"/>
        </a:p>
      </dgm:t>
    </dgm:pt>
    <dgm:pt modelId="{65C96757-9E8D-40ED-812D-1D4F9FBFFA54}">
      <dgm:prSet phldrT="[文字]"/>
      <dgm:spPr/>
      <dgm:t>
        <a:bodyPr/>
        <a:lstStyle/>
        <a:p>
          <a:r>
            <a:rPr lang="en-US" altLang="zh-TW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Security Agent </a:t>
          </a:r>
          <a:r>
            <a: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安裝</a:t>
          </a:r>
          <a:endParaRPr lang="zh-TW" altLang="en-US" b="1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77E2FF93-0769-4E95-BDB6-32BFDD95BD7C}" type="parTrans" cxnId="{E0BA8E1D-FD4B-4043-8FC2-1CC905547FAB}">
      <dgm:prSet/>
      <dgm:spPr/>
      <dgm:t>
        <a:bodyPr/>
        <a:lstStyle/>
        <a:p>
          <a:endParaRPr lang="zh-TW" altLang="en-US"/>
        </a:p>
      </dgm:t>
    </dgm:pt>
    <dgm:pt modelId="{B36B9DC5-C589-4CF4-B778-6ED6A4C186B6}" type="sibTrans" cxnId="{E0BA8E1D-FD4B-4043-8FC2-1CC905547FAB}">
      <dgm:prSet/>
      <dgm:spPr/>
      <dgm:t>
        <a:bodyPr/>
        <a:lstStyle/>
        <a:p>
          <a:endParaRPr lang="zh-TW" altLang="en-US"/>
        </a:p>
      </dgm:t>
    </dgm:pt>
    <dgm:pt modelId="{D39990FD-D0B9-464B-9C7C-1C8CA28CC589}" type="pres">
      <dgm:prSet presAssocID="{610B06CE-BA55-453B-841C-9FBF544EE707}" presName="linear" presStyleCnt="0">
        <dgm:presLayoutVars>
          <dgm:animLvl val="lvl"/>
          <dgm:resizeHandles val="exact"/>
        </dgm:presLayoutVars>
      </dgm:prSet>
      <dgm:spPr/>
    </dgm:pt>
    <dgm:pt modelId="{A8FA1FF3-ED8A-4C86-BD6D-431756619D61}" type="pres">
      <dgm:prSet presAssocID="{0131332D-8DF7-43AB-BF0C-4A1C0793F6D7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1954A344-98DA-403A-A6D3-B2D00BF473F5}" type="pres">
      <dgm:prSet presAssocID="{0131332D-8DF7-43AB-BF0C-4A1C0793F6D7}" presName="childText" presStyleLbl="revTx" presStyleIdx="0" presStyleCnt="8">
        <dgm:presLayoutVars>
          <dgm:bulletEnabled val="1"/>
        </dgm:presLayoutVars>
      </dgm:prSet>
      <dgm:spPr/>
    </dgm:pt>
    <dgm:pt modelId="{4A57731E-8C0F-45F4-B0FC-323F97E81908}" type="pres">
      <dgm:prSet presAssocID="{0D69966C-C739-42FE-80C1-4AB89B262F40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35B137F7-EF04-4E0A-A1A3-33E9699848F7}" type="pres">
      <dgm:prSet presAssocID="{0D69966C-C739-42FE-80C1-4AB89B262F40}" presName="childText" presStyleLbl="revTx" presStyleIdx="1" presStyleCnt="8">
        <dgm:presLayoutVars>
          <dgm:bulletEnabled val="1"/>
        </dgm:presLayoutVars>
      </dgm:prSet>
      <dgm:spPr/>
    </dgm:pt>
    <dgm:pt modelId="{69680116-2EFB-4632-9799-27287DDA20CB}" type="pres">
      <dgm:prSet presAssocID="{5B674BC5-1041-4AC3-8BE2-ED3770EAA855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1E89882A-96EA-40F9-9838-D833997BC2F5}" type="pres">
      <dgm:prSet presAssocID="{5B674BC5-1041-4AC3-8BE2-ED3770EAA855}" presName="childText" presStyleLbl="revTx" presStyleIdx="2" presStyleCnt="8">
        <dgm:presLayoutVars>
          <dgm:bulletEnabled val="1"/>
        </dgm:presLayoutVars>
      </dgm:prSet>
      <dgm:spPr/>
    </dgm:pt>
    <dgm:pt modelId="{1A44A335-8E60-47E9-A521-9E6D2630B2CE}" type="pres">
      <dgm:prSet presAssocID="{11BDF631-29A2-4302-89E1-4FA47890EE27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0B057A2F-2B59-4250-8B8C-6BC4F05B8C7B}" type="pres">
      <dgm:prSet presAssocID="{11BDF631-29A2-4302-89E1-4FA47890EE27}" presName="childText" presStyleLbl="revTx" presStyleIdx="3" presStyleCnt="8">
        <dgm:presLayoutVars>
          <dgm:bulletEnabled val="1"/>
        </dgm:presLayoutVars>
      </dgm:prSet>
      <dgm:spPr/>
    </dgm:pt>
    <dgm:pt modelId="{11217976-CE1A-4609-A982-494125FBEB78}" type="pres">
      <dgm:prSet presAssocID="{43F40E81-E181-4D55-9DD9-D553D0B2CF24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18AB1BB7-33CB-40A1-B9F5-C71BB4D52F3B}" type="pres">
      <dgm:prSet presAssocID="{43F40E81-E181-4D55-9DD9-D553D0B2CF24}" presName="childText" presStyleLbl="revTx" presStyleIdx="4" presStyleCnt="8">
        <dgm:presLayoutVars>
          <dgm:bulletEnabled val="1"/>
        </dgm:presLayoutVars>
      </dgm:prSet>
      <dgm:spPr/>
    </dgm:pt>
    <dgm:pt modelId="{874FB68E-2E65-4113-82A7-F2A595B7ABB1}" type="pres">
      <dgm:prSet presAssocID="{DAEC77F9-796A-4C72-B1A2-B07D5A354F20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E10F2F03-4A5F-4C8F-A856-46AD039E64AB}" type="pres">
      <dgm:prSet presAssocID="{DAEC77F9-796A-4C72-B1A2-B07D5A354F20}" presName="childText" presStyleLbl="revTx" presStyleIdx="5" presStyleCnt="8">
        <dgm:presLayoutVars>
          <dgm:bulletEnabled val="1"/>
        </dgm:presLayoutVars>
      </dgm:prSet>
      <dgm:spPr/>
    </dgm:pt>
    <dgm:pt modelId="{4CE64A6A-D866-4DAA-8331-9B48F54AC8DD}" type="pres">
      <dgm:prSet presAssocID="{01BEA61F-B76E-4216-9B47-B89C0837F7B8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7B3FF9AD-CD6E-4B48-8373-C3346B705EAB}" type="pres">
      <dgm:prSet presAssocID="{01BEA61F-B76E-4216-9B47-B89C0837F7B8}" presName="childText" presStyleLbl="revTx" presStyleIdx="6" presStyleCnt="8">
        <dgm:presLayoutVars>
          <dgm:bulletEnabled val="1"/>
        </dgm:presLayoutVars>
      </dgm:prSet>
      <dgm:spPr/>
    </dgm:pt>
    <dgm:pt modelId="{7CADA56A-0AD5-4F22-B00B-EC21FC3696E5}" type="pres">
      <dgm:prSet presAssocID="{65C96757-9E8D-40ED-812D-1D4F9FBFFA54}" presName="parentText" presStyleLbl="node1" presStyleIdx="7" presStyleCnt="8">
        <dgm:presLayoutVars>
          <dgm:chMax val="0"/>
          <dgm:bulletEnabled val="1"/>
        </dgm:presLayoutVars>
      </dgm:prSet>
      <dgm:spPr/>
    </dgm:pt>
    <dgm:pt modelId="{EB070B69-688F-4275-812A-71D29F164889}" type="pres">
      <dgm:prSet presAssocID="{65C96757-9E8D-40ED-812D-1D4F9FBFFA54}" presName="childText" presStyleLbl="revTx" presStyleIdx="7" presStyleCnt="8">
        <dgm:presLayoutVars>
          <dgm:bulletEnabled val="1"/>
        </dgm:presLayoutVars>
      </dgm:prSet>
      <dgm:spPr/>
    </dgm:pt>
  </dgm:ptLst>
  <dgm:cxnLst>
    <dgm:cxn modelId="{C7223A02-2254-4CBE-A2A8-81FB8A649DC1}" type="presOf" srcId="{A72306AE-2C95-4191-90E4-B7CAE44FB25F}" destId="{EB070B69-688F-4275-812A-71D29F164889}" srcOrd="0" destOrd="0" presId="urn:microsoft.com/office/officeart/2005/8/layout/vList2"/>
    <dgm:cxn modelId="{8632FC09-C14C-42C8-8FA0-D718E84BC58A}" type="presOf" srcId="{446FE9D7-6DAF-4EF8-ADDE-1DA9ADB6B75E}" destId="{E10F2F03-4A5F-4C8F-A856-46AD039E64AB}" srcOrd="0" destOrd="0" presId="urn:microsoft.com/office/officeart/2005/8/layout/vList2"/>
    <dgm:cxn modelId="{D8D5E212-8AE8-422C-BFEF-76964ECE6723}" type="presOf" srcId="{89D292D2-2261-4526-A487-E240FD4F8FFA}" destId="{35B137F7-EF04-4E0A-A1A3-33E9699848F7}" srcOrd="0" destOrd="0" presId="urn:microsoft.com/office/officeart/2005/8/layout/vList2"/>
    <dgm:cxn modelId="{78CE4C14-478D-4022-9BB1-68B68A1C86F1}" type="presOf" srcId="{D674EA61-5827-4C6B-B8DC-8B29C81BA3F4}" destId="{1E89882A-96EA-40F9-9838-D833997BC2F5}" srcOrd="0" destOrd="0" presId="urn:microsoft.com/office/officeart/2005/8/layout/vList2"/>
    <dgm:cxn modelId="{10C8C215-F0B1-4E79-BF9C-EB8513340BA8}" srcId="{DAEC77F9-796A-4C72-B1A2-B07D5A354F20}" destId="{446FE9D7-6DAF-4EF8-ADDE-1DA9ADB6B75E}" srcOrd="0" destOrd="0" parTransId="{E28C414E-0C53-4034-A83C-74CCF3BB6CAF}" sibTransId="{A5E76AC1-A7DA-4896-A55C-EE1C8A5DC34D}"/>
    <dgm:cxn modelId="{21A70B19-B2F9-4AB9-8A73-73A2330534F7}" type="presOf" srcId="{51D68158-2400-48E1-A8A3-078CAB67AE59}" destId="{1954A344-98DA-403A-A6D3-B2D00BF473F5}" srcOrd="0" destOrd="0" presId="urn:microsoft.com/office/officeart/2005/8/layout/vList2"/>
    <dgm:cxn modelId="{E0BA8E1D-FD4B-4043-8FC2-1CC905547FAB}" srcId="{610B06CE-BA55-453B-841C-9FBF544EE707}" destId="{65C96757-9E8D-40ED-812D-1D4F9FBFFA54}" srcOrd="7" destOrd="0" parTransId="{77E2FF93-0769-4E95-BDB6-32BFDD95BD7C}" sibTransId="{B36B9DC5-C589-4CF4-B778-6ED6A4C186B6}"/>
    <dgm:cxn modelId="{065ECA21-189F-4C56-AF66-ED64270CD231}" type="presOf" srcId="{DA2303CC-0CAF-4B68-8D6A-7EAB02EB8F29}" destId="{0B057A2F-2B59-4250-8B8C-6BC4F05B8C7B}" srcOrd="0" destOrd="0" presId="urn:microsoft.com/office/officeart/2005/8/layout/vList2"/>
    <dgm:cxn modelId="{D9306527-A68F-482F-8329-AC3026C5E876}" srcId="{01BEA61F-B76E-4216-9B47-B89C0837F7B8}" destId="{DD2C6CC6-912C-4634-9FB8-DF933BAC4D00}" srcOrd="0" destOrd="0" parTransId="{18567A8F-262D-43BD-B228-83F2BE789CB1}" sibTransId="{0FB8C422-41DF-42AC-8887-B585C4E69E4B}"/>
    <dgm:cxn modelId="{044D0D47-30C2-4F73-8147-A91DD54BE3D3}" srcId="{0D69966C-C739-42FE-80C1-4AB89B262F40}" destId="{89D292D2-2261-4526-A487-E240FD4F8FFA}" srcOrd="0" destOrd="0" parTransId="{E5533642-98DE-4637-A7B3-1B011DF82C71}" sibTransId="{5B09C700-2FA4-48AA-A8B0-7BF2F40CA032}"/>
    <dgm:cxn modelId="{91792E48-7B83-4B68-8CB0-4EA592C30AEA}" type="presOf" srcId="{0D69966C-C739-42FE-80C1-4AB89B262F40}" destId="{4A57731E-8C0F-45F4-B0FC-323F97E81908}" srcOrd="0" destOrd="0" presId="urn:microsoft.com/office/officeart/2005/8/layout/vList2"/>
    <dgm:cxn modelId="{8C66DC56-7D2E-45BD-8D9C-413A0408815F}" type="presOf" srcId="{610B06CE-BA55-453B-841C-9FBF544EE707}" destId="{D39990FD-D0B9-464B-9C7C-1C8CA28CC589}" srcOrd="0" destOrd="0" presId="urn:microsoft.com/office/officeart/2005/8/layout/vList2"/>
    <dgm:cxn modelId="{C6B00387-9065-4CA7-A2D9-8B8ADCF80628}" srcId="{65C96757-9E8D-40ED-812D-1D4F9FBFFA54}" destId="{A72306AE-2C95-4191-90E4-B7CAE44FB25F}" srcOrd="0" destOrd="0" parTransId="{48E7E6B7-2EAB-40B4-9356-BF9C4269C87D}" sibTransId="{2598C334-D012-42DE-9263-EF675E8BD544}"/>
    <dgm:cxn modelId="{89A9F58A-B2C4-49BF-9E3B-DE1F30A8C18A}" srcId="{610B06CE-BA55-453B-841C-9FBF544EE707}" destId="{DAEC77F9-796A-4C72-B1A2-B07D5A354F20}" srcOrd="5" destOrd="0" parTransId="{B67AC8F7-4520-4D6B-8090-40175AC9283E}" sibTransId="{7623B0ED-A563-41B4-8626-CA551214370F}"/>
    <dgm:cxn modelId="{438C2A8B-C300-4E30-B78B-F27BB0A1E020}" srcId="{610B06CE-BA55-453B-841C-9FBF544EE707}" destId="{43F40E81-E181-4D55-9DD9-D553D0B2CF24}" srcOrd="4" destOrd="0" parTransId="{8D2D175C-DB97-4D1A-A5B5-634834C39472}" sibTransId="{6DE0674F-8EEF-4A33-96F6-65A526F7ED1B}"/>
    <dgm:cxn modelId="{C1B4729E-60E1-46C6-A5C6-904FC95C3BCD}" srcId="{610B06CE-BA55-453B-841C-9FBF544EE707}" destId="{0D69966C-C739-42FE-80C1-4AB89B262F40}" srcOrd="1" destOrd="0" parTransId="{0A9DFBB3-6128-420E-A582-8BA949714BA5}" sibTransId="{F730C09A-7CE2-4449-AD96-97B677B62743}"/>
    <dgm:cxn modelId="{ED3A49A2-060D-4001-B88D-DE53550B43B1}" srcId="{610B06CE-BA55-453B-841C-9FBF544EE707}" destId="{11BDF631-29A2-4302-89E1-4FA47890EE27}" srcOrd="3" destOrd="0" parTransId="{43F6B7AF-34D8-4798-9B16-97CA61A95CFF}" sibTransId="{898FD2D9-E50E-4BA0-B474-5E2F35B0456B}"/>
    <dgm:cxn modelId="{30FF10A5-5229-4141-99D2-BF02F52EF656}" srcId="{43F40E81-E181-4D55-9DD9-D553D0B2CF24}" destId="{95D0A3EF-D0BA-4595-8DFA-7136ED8C64F9}" srcOrd="0" destOrd="0" parTransId="{97413D6D-9996-4457-8432-0D91D2C8BB77}" sibTransId="{324F6590-47E8-4031-83E3-D39B5A1E34EF}"/>
    <dgm:cxn modelId="{76743CB0-7784-4C9D-9932-8687D4E600A2}" srcId="{610B06CE-BA55-453B-841C-9FBF544EE707}" destId="{5B674BC5-1041-4AC3-8BE2-ED3770EAA855}" srcOrd="2" destOrd="0" parTransId="{6F873720-2242-4350-9683-30832305FC5E}" sibTransId="{F1110CF2-8435-4A66-AF5B-6ED40611206B}"/>
    <dgm:cxn modelId="{6637BDB3-9A33-4BC9-B05D-13E4E6624498}" srcId="{0131332D-8DF7-43AB-BF0C-4A1C0793F6D7}" destId="{51D68158-2400-48E1-A8A3-078CAB67AE59}" srcOrd="0" destOrd="0" parTransId="{19F7C779-8B6A-4123-A082-E92DCE68B145}" sibTransId="{820C107B-DA63-488A-B10A-E4C396871BB0}"/>
    <dgm:cxn modelId="{04251AB5-42DD-4809-9851-877A88BCD04A}" type="presOf" srcId="{5B674BC5-1041-4AC3-8BE2-ED3770EAA855}" destId="{69680116-2EFB-4632-9799-27287DDA20CB}" srcOrd="0" destOrd="0" presId="urn:microsoft.com/office/officeart/2005/8/layout/vList2"/>
    <dgm:cxn modelId="{CC5133BC-3399-4585-9270-F8D7DA6DD409}" srcId="{5B674BC5-1041-4AC3-8BE2-ED3770EAA855}" destId="{D674EA61-5827-4C6B-B8DC-8B29C81BA3F4}" srcOrd="0" destOrd="0" parTransId="{7E526B15-C3BC-4FC1-9758-A77286F56FF7}" sibTransId="{06334A77-9CAE-46EC-81BE-DCB1743A69D2}"/>
    <dgm:cxn modelId="{F01CA8C6-7EC4-4E1A-B078-503051BACA22}" type="presOf" srcId="{DAEC77F9-796A-4C72-B1A2-B07D5A354F20}" destId="{874FB68E-2E65-4113-82A7-F2A595B7ABB1}" srcOrd="0" destOrd="0" presId="urn:microsoft.com/office/officeart/2005/8/layout/vList2"/>
    <dgm:cxn modelId="{5538C1CE-3916-4619-B66A-E6EF31606BAB}" type="presOf" srcId="{65C96757-9E8D-40ED-812D-1D4F9FBFFA54}" destId="{7CADA56A-0AD5-4F22-B00B-EC21FC3696E5}" srcOrd="0" destOrd="0" presId="urn:microsoft.com/office/officeart/2005/8/layout/vList2"/>
    <dgm:cxn modelId="{7B2231D5-FD9A-4751-B7D8-1BA47E433576}" type="presOf" srcId="{43F40E81-E181-4D55-9DD9-D553D0B2CF24}" destId="{11217976-CE1A-4609-A982-494125FBEB78}" srcOrd="0" destOrd="0" presId="urn:microsoft.com/office/officeart/2005/8/layout/vList2"/>
    <dgm:cxn modelId="{60BE79D7-B853-4417-B54D-D7548E7805C5}" type="presOf" srcId="{95D0A3EF-D0BA-4595-8DFA-7136ED8C64F9}" destId="{18AB1BB7-33CB-40A1-B9F5-C71BB4D52F3B}" srcOrd="0" destOrd="0" presId="urn:microsoft.com/office/officeart/2005/8/layout/vList2"/>
    <dgm:cxn modelId="{E452F7D8-0C64-4E19-BEBD-785EC825FA83}" type="presOf" srcId="{11BDF631-29A2-4302-89E1-4FA47890EE27}" destId="{1A44A335-8E60-47E9-A521-9E6D2630B2CE}" srcOrd="0" destOrd="0" presId="urn:microsoft.com/office/officeart/2005/8/layout/vList2"/>
    <dgm:cxn modelId="{CDE14DDD-A145-40F4-ACFE-E42E0DEAE174}" srcId="{610B06CE-BA55-453B-841C-9FBF544EE707}" destId="{0131332D-8DF7-43AB-BF0C-4A1C0793F6D7}" srcOrd="0" destOrd="0" parTransId="{3769AA73-9A21-443F-9318-C3C3688F2CF6}" sibTransId="{1E7CF807-BD9D-42E3-928C-BA11EECA0300}"/>
    <dgm:cxn modelId="{AAD0CFE0-D8ED-4D35-A928-0CB17E1EFC1C}" srcId="{610B06CE-BA55-453B-841C-9FBF544EE707}" destId="{01BEA61F-B76E-4216-9B47-B89C0837F7B8}" srcOrd="6" destOrd="0" parTransId="{C476236C-F94F-445B-98A7-37A759E68454}" sibTransId="{57B182D3-AB44-477F-8609-B1039C3635F1}"/>
    <dgm:cxn modelId="{EF69E7E7-78F1-4E79-91B1-4B18FDAD8932}" srcId="{11BDF631-29A2-4302-89E1-4FA47890EE27}" destId="{DA2303CC-0CAF-4B68-8D6A-7EAB02EB8F29}" srcOrd="0" destOrd="0" parTransId="{47965156-A156-45CC-8D1C-DAAB7F7366D8}" sibTransId="{901EF48B-3036-45A3-9C30-9FB13043C7F6}"/>
    <dgm:cxn modelId="{BA0E85E8-9241-46AB-BA9D-1CEB9F905B53}" type="presOf" srcId="{0131332D-8DF7-43AB-BF0C-4A1C0793F6D7}" destId="{A8FA1FF3-ED8A-4C86-BD6D-431756619D61}" srcOrd="0" destOrd="0" presId="urn:microsoft.com/office/officeart/2005/8/layout/vList2"/>
    <dgm:cxn modelId="{687C4BF4-6AB3-4CFD-A0A1-EA9A54805EB1}" type="presOf" srcId="{DD2C6CC6-912C-4634-9FB8-DF933BAC4D00}" destId="{7B3FF9AD-CD6E-4B48-8373-C3346B705EAB}" srcOrd="0" destOrd="0" presId="urn:microsoft.com/office/officeart/2005/8/layout/vList2"/>
    <dgm:cxn modelId="{439FB5FA-058F-4B8E-9194-056013863173}" type="presOf" srcId="{01BEA61F-B76E-4216-9B47-B89C0837F7B8}" destId="{4CE64A6A-D866-4DAA-8331-9B48F54AC8DD}" srcOrd="0" destOrd="0" presId="urn:microsoft.com/office/officeart/2005/8/layout/vList2"/>
    <dgm:cxn modelId="{6E6B0676-EBC7-4553-8F11-898109036F5D}" type="presParOf" srcId="{D39990FD-D0B9-464B-9C7C-1C8CA28CC589}" destId="{A8FA1FF3-ED8A-4C86-BD6D-431756619D61}" srcOrd="0" destOrd="0" presId="urn:microsoft.com/office/officeart/2005/8/layout/vList2"/>
    <dgm:cxn modelId="{550E6D3E-C308-4A2A-9AE7-C3050EBC2953}" type="presParOf" srcId="{D39990FD-D0B9-464B-9C7C-1C8CA28CC589}" destId="{1954A344-98DA-403A-A6D3-B2D00BF473F5}" srcOrd="1" destOrd="0" presId="urn:microsoft.com/office/officeart/2005/8/layout/vList2"/>
    <dgm:cxn modelId="{8CEBA542-B343-4DFD-96FC-B884B7131F52}" type="presParOf" srcId="{D39990FD-D0B9-464B-9C7C-1C8CA28CC589}" destId="{4A57731E-8C0F-45F4-B0FC-323F97E81908}" srcOrd="2" destOrd="0" presId="urn:microsoft.com/office/officeart/2005/8/layout/vList2"/>
    <dgm:cxn modelId="{52BF480A-C608-43CB-8F42-5A6A0EB9E285}" type="presParOf" srcId="{D39990FD-D0B9-464B-9C7C-1C8CA28CC589}" destId="{35B137F7-EF04-4E0A-A1A3-33E9699848F7}" srcOrd="3" destOrd="0" presId="urn:microsoft.com/office/officeart/2005/8/layout/vList2"/>
    <dgm:cxn modelId="{A78DFF27-0CDE-4DC6-8562-18706F317036}" type="presParOf" srcId="{D39990FD-D0B9-464B-9C7C-1C8CA28CC589}" destId="{69680116-2EFB-4632-9799-27287DDA20CB}" srcOrd="4" destOrd="0" presId="urn:microsoft.com/office/officeart/2005/8/layout/vList2"/>
    <dgm:cxn modelId="{DBF7ED39-575A-41F1-9CB4-404E78482605}" type="presParOf" srcId="{D39990FD-D0B9-464B-9C7C-1C8CA28CC589}" destId="{1E89882A-96EA-40F9-9838-D833997BC2F5}" srcOrd="5" destOrd="0" presId="urn:microsoft.com/office/officeart/2005/8/layout/vList2"/>
    <dgm:cxn modelId="{371450E6-06B4-46EC-B167-9DBC75360CAF}" type="presParOf" srcId="{D39990FD-D0B9-464B-9C7C-1C8CA28CC589}" destId="{1A44A335-8E60-47E9-A521-9E6D2630B2CE}" srcOrd="6" destOrd="0" presId="urn:microsoft.com/office/officeart/2005/8/layout/vList2"/>
    <dgm:cxn modelId="{BB0F8766-DB5A-4C5D-89D2-8B8C3072F99C}" type="presParOf" srcId="{D39990FD-D0B9-464B-9C7C-1C8CA28CC589}" destId="{0B057A2F-2B59-4250-8B8C-6BC4F05B8C7B}" srcOrd="7" destOrd="0" presId="urn:microsoft.com/office/officeart/2005/8/layout/vList2"/>
    <dgm:cxn modelId="{46BD384E-2454-4006-85B4-FEBDC3C86D0E}" type="presParOf" srcId="{D39990FD-D0B9-464B-9C7C-1C8CA28CC589}" destId="{11217976-CE1A-4609-A982-494125FBEB78}" srcOrd="8" destOrd="0" presId="urn:microsoft.com/office/officeart/2005/8/layout/vList2"/>
    <dgm:cxn modelId="{069C100C-8D78-414D-B4BA-4D97F1A23E8F}" type="presParOf" srcId="{D39990FD-D0B9-464B-9C7C-1C8CA28CC589}" destId="{18AB1BB7-33CB-40A1-B9F5-C71BB4D52F3B}" srcOrd="9" destOrd="0" presId="urn:microsoft.com/office/officeart/2005/8/layout/vList2"/>
    <dgm:cxn modelId="{223BB316-6759-41A4-AE7A-BF19B4CA84BD}" type="presParOf" srcId="{D39990FD-D0B9-464B-9C7C-1C8CA28CC589}" destId="{874FB68E-2E65-4113-82A7-F2A595B7ABB1}" srcOrd="10" destOrd="0" presId="urn:microsoft.com/office/officeart/2005/8/layout/vList2"/>
    <dgm:cxn modelId="{6CFC781F-A603-4CC9-A946-7E10E830451D}" type="presParOf" srcId="{D39990FD-D0B9-464B-9C7C-1C8CA28CC589}" destId="{E10F2F03-4A5F-4C8F-A856-46AD039E64AB}" srcOrd="11" destOrd="0" presId="urn:microsoft.com/office/officeart/2005/8/layout/vList2"/>
    <dgm:cxn modelId="{44280C3A-57E3-4934-B3E7-30984D356591}" type="presParOf" srcId="{D39990FD-D0B9-464B-9C7C-1C8CA28CC589}" destId="{4CE64A6A-D866-4DAA-8331-9B48F54AC8DD}" srcOrd="12" destOrd="0" presId="urn:microsoft.com/office/officeart/2005/8/layout/vList2"/>
    <dgm:cxn modelId="{01ABAD1F-4C9D-4EEB-9D7D-8BE1C01F384C}" type="presParOf" srcId="{D39990FD-D0B9-464B-9C7C-1C8CA28CC589}" destId="{7B3FF9AD-CD6E-4B48-8373-C3346B705EAB}" srcOrd="13" destOrd="0" presId="urn:microsoft.com/office/officeart/2005/8/layout/vList2"/>
    <dgm:cxn modelId="{BE15275A-BB5A-4DEC-B615-629A384448CD}" type="presParOf" srcId="{D39990FD-D0B9-464B-9C7C-1C8CA28CC589}" destId="{7CADA56A-0AD5-4F22-B00B-EC21FC3696E5}" srcOrd="14" destOrd="0" presId="urn:microsoft.com/office/officeart/2005/8/layout/vList2"/>
    <dgm:cxn modelId="{327D7D4C-0D38-4EC7-90E5-BFFEB4CF84C4}" type="presParOf" srcId="{D39990FD-D0B9-464B-9C7C-1C8CA28CC589}" destId="{EB070B69-688F-4275-812A-71D29F164889}" srcOrd="1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10B06CE-BA55-453B-841C-9FBF544EE707}" type="doc">
      <dgm:prSet loTypeId="urn:microsoft.com/office/officeart/2005/8/layout/vList2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zh-TW" altLang="en-US"/>
        </a:p>
      </dgm:t>
    </dgm:pt>
    <dgm:pt modelId="{0131332D-8DF7-43AB-BF0C-4A1C0793F6D7}">
      <dgm:prSet phldrT="[文字]"/>
      <dgm:spPr/>
      <dgm:t>
        <a:bodyPr/>
        <a:lstStyle/>
        <a:p>
          <a:r>
            <a:rPr lang="en-US" altLang="en-US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Jamf Pro MDM iOS onboarding</a:t>
          </a:r>
          <a:endParaRPr lang="zh-TW" altLang="en-US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3769AA73-9A21-443F-9318-C3C3688F2CF6}" type="parTrans" cxnId="{CDE14DDD-A145-40F4-ACFE-E42E0DEAE174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1E7CF807-BD9D-42E3-928C-BA11EECA0300}" type="sibTrans" cxnId="{CDE14DDD-A145-40F4-ACFE-E42E0DEAE174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51D68158-2400-48E1-A8A3-078CAB67AE59}">
      <dgm:prSet phldrT="[文字]"/>
      <dgm:spPr/>
      <dgm:t>
        <a:bodyPr/>
        <a:lstStyle/>
        <a:p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$40,000 /4hrs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 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b="1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19F7C779-8B6A-4123-A082-E92DCE68B145}" type="parTrans" cxnId="{6637BDB3-9A33-4BC9-B05D-13E4E6624498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820C107B-DA63-488A-B10A-E4C396871BB0}" type="sibTrans" cxnId="{6637BDB3-9A33-4BC9-B05D-13E4E6624498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0D69966C-C739-42FE-80C1-4AB89B262F40}">
      <dgm:prSet phldrT="[文字]"/>
      <dgm:spPr/>
      <dgm:t>
        <a:bodyPr/>
        <a:lstStyle/>
        <a:p>
          <a:r>
            <a:rPr lang="en-US" altLang="en-US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iOS/iPadOS </a:t>
          </a:r>
          <a:r>
            <a:rPr lang="zh-TW" altLang="en-US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維護服務</a:t>
          </a:r>
        </a:p>
      </dgm:t>
    </dgm:pt>
    <dgm:pt modelId="{0A9DFBB3-6128-420E-A582-8BA949714BA5}" type="parTrans" cxnId="{C1B4729E-60E1-46C6-A5C6-904FC95C3BCD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F730C09A-7CE2-4449-AD96-97B677B62743}" type="sibTrans" cxnId="{C1B4729E-60E1-46C6-A5C6-904FC95C3BCD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89D292D2-2261-4526-A487-E240FD4F8FFA}">
      <dgm:prSet phldrT="[文字]"/>
      <dgm:spPr/>
      <dgm:t>
        <a:bodyPr/>
        <a:lstStyle/>
        <a:p>
          <a:r>
            <a:rPr lang="en-US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$30,000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 </a:t>
          </a:r>
          <a:r>
            <a:rPr lang="en-US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~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 </a:t>
          </a:r>
          <a:r>
            <a:rPr lang="en-US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60,000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 </a:t>
          </a:r>
          <a:r>
            <a:rPr lang="en-US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/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六個月 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b="1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E5533642-98DE-4637-A7B3-1B011DF82C71}" type="parTrans" cxnId="{044D0D47-30C2-4F73-8147-A91DD54BE3D3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5B09C700-2FA4-48AA-A8B0-7BF2F40CA032}" type="sibTrans" cxnId="{044D0D47-30C2-4F73-8147-A91DD54BE3D3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5B674BC5-1041-4AC3-8BE2-ED3770EAA855}">
      <dgm:prSet phldrT="[文字]"/>
      <dgm:spPr/>
      <dgm:t>
        <a:bodyPr/>
        <a:lstStyle/>
        <a:p>
          <a:r>
            <a:rPr lang="en-US" altLang="en-US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macOS </a:t>
          </a:r>
          <a:r>
            <a:rPr lang="zh-TW" altLang="en-US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維護服務</a:t>
          </a:r>
        </a:p>
      </dgm:t>
    </dgm:pt>
    <dgm:pt modelId="{6F873720-2242-4350-9683-30832305FC5E}" type="parTrans" cxnId="{76743CB0-7784-4C9D-9932-8687D4E600A2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F1110CF2-8435-4A66-AF5B-6ED40611206B}" type="sibTrans" cxnId="{76743CB0-7784-4C9D-9932-8687D4E600A2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D674EA61-5827-4C6B-B8DC-8B29C81BA3F4}">
      <dgm:prSet phldrT="[文字]"/>
      <dgm:spPr/>
      <dgm:t>
        <a:bodyPr/>
        <a:lstStyle/>
        <a:p>
          <a:r>
            <a:rPr lang="en-US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4</a:t>
          </a:r>
          <a:r>
            <a:rPr lang="en-US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0,000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 </a:t>
          </a:r>
          <a:r>
            <a:rPr lang="en-US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~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 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8</a:t>
          </a:r>
          <a:r>
            <a:rPr lang="en-US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0,000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 </a:t>
          </a:r>
          <a:r>
            <a:rPr lang="en-US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/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六個月 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b="1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7E526B15-C3BC-4FC1-9758-A77286F56FF7}" type="parTrans" cxnId="{CC5133BC-3399-4585-9270-F8D7DA6DD409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06334A77-9CAE-46EC-81BE-DCB1743A69D2}" type="sibTrans" cxnId="{CC5133BC-3399-4585-9270-F8D7DA6DD409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11BDF631-29A2-4302-89E1-4FA47890EE27}">
      <dgm:prSet phldrT="[文字]"/>
      <dgm:spPr/>
      <dgm:t>
        <a:bodyPr/>
        <a:lstStyle/>
        <a:p>
          <a:r>
            <a:rPr lang="zh-TW" altLang="en-US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手動 </a:t>
          </a:r>
          <a:r>
            <a:rPr lang="en-US" altLang="zh-TW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ADE</a:t>
          </a:r>
          <a:r>
            <a:rPr lang="zh-TW" altLang="en-US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處理</a:t>
          </a:r>
        </a:p>
      </dgm:t>
    </dgm:pt>
    <dgm:pt modelId="{43F6B7AF-34D8-4798-9B16-97CA61A95CFF}" type="parTrans" cxnId="{ED3A49A2-060D-4001-B88D-DE53550B43B1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898FD2D9-E50E-4BA0-B474-5E2F35B0456B}" type="sibTrans" cxnId="{ED3A49A2-060D-4001-B88D-DE53550B43B1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DA2303CC-0CAF-4B68-8D6A-7EAB02EB8F29}">
      <dgm:prSet phldrT="[文字]"/>
      <dgm:spPr/>
      <dgm:t>
        <a:bodyPr/>
        <a:lstStyle/>
        <a:p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$500/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台 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b="1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47965156-A156-45CC-8D1C-DAAB7F7366D8}" type="parTrans" cxnId="{EF69E7E7-78F1-4E79-91B1-4B18FDAD8932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901EF48B-3036-45A3-9C30-9FB13043C7F6}" type="sibTrans" cxnId="{EF69E7E7-78F1-4E79-91B1-4B18FDAD8932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95D0A3EF-D0BA-4595-8DFA-7136ED8C64F9}">
      <dgm:prSet phldrT="[文字]"/>
      <dgm:spPr/>
      <dgm:t>
        <a:bodyPr/>
        <a:lstStyle/>
        <a:p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$8,000 /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次 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b="1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97413D6D-9996-4457-8432-0D91D2C8BB77}" type="parTrans" cxnId="{30FF10A5-5229-4141-99D2-BF02F52EF656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324F6590-47E8-4031-83E3-D39B5A1E34EF}" type="sibTrans" cxnId="{30FF10A5-5229-4141-99D2-BF02F52EF656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43F40E81-E181-4D55-9DD9-D553D0B2CF24}">
      <dgm:prSet phldrT="[文字]"/>
      <dgm:spPr/>
      <dgm:t>
        <a:bodyPr/>
        <a:lstStyle/>
        <a:p>
          <a:r>
            <a:rPr lang="en-US" altLang="en-US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Jamf Pro </a:t>
          </a:r>
          <a:r>
            <a:rPr lang="zh-TW" altLang="en-US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一定性維護服務</a:t>
          </a:r>
        </a:p>
      </dgm:t>
    </dgm:pt>
    <dgm:pt modelId="{8D2D175C-DB97-4D1A-A5B5-634834C39472}" type="parTrans" cxnId="{438C2A8B-C300-4E30-B78B-F27BB0A1E020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6DE0674F-8EEF-4A33-96F6-65A526F7ED1B}" type="sibTrans" cxnId="{438C2A8B-C300-4E30-B78B-F27BB0A1E020}">
      <dgm:prSet/>
      <dgm:spPr/>
      <dgm:t>
        <a:bodyPr/>
        <a:lstStyle/>
        <a:p>
          <a:endParaRPr lang="zh-TW" altLang="en-US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446FE9D7-6DAF-4EF8-ADDE-1DA9ADB6B75E}">
      <dgm:prSet phldrT="[文字]"/>
      <dgm:spPr/>
      <dgm:t>
        <a:bodyPr/>
        <a:lstStyle/>
        <a:p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$20,000 / 4~6hrs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 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b="1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E28C414E-0C53-4034-A83C-74CCF3BB6CAF}" type="parTrans" cxnId="{10C8C215-F0B1-4E79-BF9C-EB8513340BA8}">
      <dgm:prSet/>
      <dgm:spPr/>
      <dgm:t>
        <a:bodyPr/>
        <a:lstStyle/>
        <a:p>
          <a:endParaRPr lang="zh-TW" altLang="en-US"/>
        </a:p>
      </dgm:t>
    </dgm:pt>
    <dgm:pt modelId="{A5E76AC1-A7DA-4896-A55C-EE1C8A5DC34D}" type="sibTrans" cxnId="{10C8C215-F0B1-4E79-BF9C-EB8513340BA8}">
      <dgm:prSet/>
      <dgm:spPr/>
      <dgm:t>
        <a:bodyPr/>
        <a:lstStyle/>
        <a:p>
          <a:endParaRPr lang="zh-TW" altLang="en-US"/>
        </a:p>
      </dgm:t>
    </dgm:pt>
    <dgm:pt modelId="{DAEC77F9-796A-4C72-B1A2-B07D5A354F20}">
      <dgm:prSet phldrT="[文字]"/>
      <dgm:spPr/>
      <dgm:t>
        <a:bodyPr/>
        <a:lstStyle/>
        <a:p>
          <a:r>
            <a:rPr lang="en-US" altLang="zh-TW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Jamf Pro MDM</a:t>
          </a:r>
          <a:r>
            <a: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 </a:t>
          </a:r>
          <a:r>
            <a:rPr lang="en-US" altLang="zh-TW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iOS </a:t>
          </a:r>
          <a:r>
            <a: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教育訓練</a:t>
          </a:r>
          <a:endParaRPr lang="zh-TW" altLang="en-US" b="1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B67AC8F7-4520-4D6B-8090-40175AC9283E}" type="parTrans" cxnId="{89A9F58A-B2C4-49BF-9E3B-DE1F30A8C18A}">
      <dgm:prSet/>
      <dgm:spPr/>
      <dgm:t>
        <a:bodyPr/>
        <a:lstStyle/>
        <a:p>
          <a:endParaRPr lang="zh-TW" altLang="en-US"/>
        </a:p>
      </dgm:t>
    </dgm:pt>
    <dgm:pt modelId="{7623B0ED-A563-41B4-8626-CA551214370F}" type="sibTrans" cxnId="{89A9F58A-B2C4-49BF-9E3B-DE1F30A8C18A}">
      <dgm:prSet/>
      <dgm:spPr/>
      <dgm:t>
        <a:bodyPr/>
        <a:lstStyle/>
        <a:p>
          <a:endParaRPr lang="zh-TW" altLang="en-US"/>
        </a:p>
      </dgm:t>
    </dgm:pt>
    <dgm:pt modelId="{DD2C6CC6-912C-4634-9FB8-DF933BAC4D00}">
      <dgm:prSet phldrT="[文字]"/>
      <dgm:spPr/>
      <dgm:t>
        <a:bodyPr/>
        <a:lstStyle/>
        <a:p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$30,000 / 4~6hrs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 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b="1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18567A8F-262D-43BD-B228-83F2BE789CB1}" type="parTrans" cxnId="{D9306527-A68F-482F-8329-AC3026C5E876}">
      <dgm:prSet/>
      <dgm:spPr/>
      <dgm:t>
        <a:bodyPr/>
        <a:lstStyle/>
        <a:p>
          <a:endParaRPr lang="zh-TW" altLang="en-US"/>
        </a:p>
      </dgm:t>
    </dgm:pt>
    <dgm:pt modelId="{0FB8C422-41DF-42AC-8887-B585C4E69E4B}" type="sibTrans" cxnId="{D9306527-A68F-482F-8329-AC3026C5E876}">
      <dgm:prSet/>
      <dgm:spPr/>
      <dgm:t>
        <a:bodyPr/>
        <a:lstStyle/>
        <a:p>
          <a:endParaRPr lang="zh-TW" altLang="en-US"/>
        </a:p>
      </dgm:t>
    </dgm:pt>
    <dgm:pt modelId="{01BEA61F-B76E-4216-9B47-B89C0837F7B8}">
      <dgm:prSet phldrT="[文字]"/>
      <dgm:spPr/>
      <dgm:t>
        <a:bodyPr/>
        <a:lstStyle/>
        <a:p>
          <a:r>
            <a:rPr lang="en-US" altLang="zh-TW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Jamf Pro MDM</a:t>
          </a:r>
          <a:r>
            <a: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 </a:t>
          </a:r>
          <a:r>
            <a:rPr lang="en-US" altLang="zh-TW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macOS </a:t>
          </a:r>
          <a:r>
            <a: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教育訓練</a:t>
          </a:r>
          <a:endParaRPr lang="zh-TW" altLang="en-US" b="1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C476236C-F94F-445B-98A7-37A759E68454}" type="parTrans" cxnId="{AAD0CFE0-D8ED-4D35-A928-0CB17E1EFC1C}">
      <dgm:prSet/>
      <dgm:spPr/>
      <dgm:t>
        <a:bodyPr/>
        <a:lstStyle/>
        <a:p>
          <a:endParaRPr lang="zh-TW" altLang="en-US"/>
        </a:p>
      </dgm:t>
    </dgm:pt>
    <dgm:pt modelId="{57B182D3-AB44-477F-8609-B1039C3635F1}" type="sibTrans" cxnId="{AAD0CFE0-D8ED-4D35-A928-0CB17E1EFC1C}">
      <dgm:prSet/>
      <dgm:spPr/>
      <dgm:t>
        <a:bodyPr/>
        <a:lstStyle/>
        <a:p>
          <a:endParaRPr lang="zh-TW" altLang="en-US"/>
        </a:p>
      </dgm:t>
    </dgm:pt>
    <dgm:pt modelId="{D39990FD-D0B9-464B-9C7C-1C8CA28CC589}" type="pres">
      <dgm:prSet presAssocID="{610B06CE-BA55-453B-841C-9FBF544EE707}" presName="linear" presStyleCnt="0">
        <dgm:presLayoutVars>
          <dgm:animLvl val="lvl"/>
          <dgm:resizeHandles val="exact"/>
        </dgm:presLayoutVars>
      </dgm:prSet>
      <dgm:spPr/>
    </dgm:pt>
    <dgm:pt modelId="{A8FA1FF3-ED8A-4C86-BD6D-431756619D61}" type="pres">
      <dgm:prSet presAssocID="{0131332D-8DF7-43AB-BF0C-4A1C0793F6D7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1954A344-98DA-403A-A6D3-B2D00BF473F5}" type="pres">
      <dgm:prSet presAssocID="{0131332D-8DF7-43AB-BF0C-4A1C0793F6D7}" presName="childText" presStyleLbl="revTx" presStyleIdx="0" presStyleCnt="7">
        <dgm:presLayoutVars>
          <dgm:bulletEnabled val="1"/>
        </dgm:presLayoutVars>
      </dgm:prSet>
      <dgm:spPr/>
    </dgm:pt>
    <dgm:pt modelId="{4A57731E-8C0F-45F4-B0FC-323F97E81908}" type="pres">
      <dgm:prSet presAssocID="{0D69966C-C739-42FE-80C1-4AB89B262F40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35B137F7-EF04-4E0A-A1A3-33E9699848F7}" type="pres">
      <dgm:prSet presAssocID="{0D69966C-C739-42FE-80C1-4AB89B262F40}" presName="childText" presStyleLbl="revTx" presStyleIdx="1" presStyleCnt="7">
        <dgm:presLayoutVars>
          <dgm:bulletEnabled val="1"/>
        </dgm:presLayoutVars>
      </dgm:prSet>
      <dgm:spPr/>
    </dgm:pt>
    <dgm:pt modelId="{69680116-2EFB-4632-9799-27287DDA20CB}" type="pres">
      <dgm:prSet presAssocID="{5B674BC5-1041-4AC3-8BE2-ED3770EAA855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1E89882A-96EA-40F9-9838-D833997BC2F5}" type="pres">
      <dgm:prSet presAssocID="{5B674BC5-1041-4AC3-8BE2-ED3770EAA855}" presName="childText" presStyleLbl="revTx" presStyleIdx="2" presStyleCnt="7">
        <dgm:presLayoutVars>
          <dgm:bulletEnabled val="1"/>
        </dgm:presLayoutVars>
      </dgm:prSet>
      <dgm:spPr/>
    </dgm:pt>
    <dgm:pt modelId="{1A44A335-8E60-47E9-A521-9E6D2630B2CE}" type="pres">
      <dgm:prSet presAssocID="{11BDF631-29A2-4302-89E1-4FA47890EE27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0B057A2F-2B59-4250-8B8C-6BC4F05B8C7B}" type="pres">
      <dgm:prSet presAssocID="{11BDF631-29A2-4302-89E1-4FA47890EE27}" presName="childText" presStyleLbl="revTx" presStyleIdx="3" presStyleCnt="7">
        <dgm:presLayoutVars>
          <dgm:bulletEnabled val="1"/>
        </dgm:presLayoutVars>
      </dgm:prSet>
      <dgm:spPr/>
    </dgm:pt>
    <dgm:pt modelId="{11217976-CE1A-4609-A982-494125FBEB78}" type="pres">
      <dgm:prSet presAssocID="{43F40E81-E181-4D55-9DD9-D553D0B2CF24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18AB1BB7-33CB-40A1-B9F5-C71BB4D52F3B}" type="pres">
      <dgm:prSet presAssocID="{43F40E81-E181-4D55-9DD9-D553D0B2CF24}" presName="childText" presStyleLbl="revTx" presStyleIdx="4" presStyleCnt="7">
        <dgm:presLayoutVars>
          <dgm:bulletEnabled val="1"/>
        </dgm:presLayoutVars>
      </dgm:prSet>
      <dgm:spPr/>
    </dgm:pt>
    <dgm:pt modelId="{874FB68E-2E65-4113-82A7-F2A595B7ABB1}" type="pres">
      <dgm:prSet presAssocID="{DAEC77F9-796A-4C72-B1A2-B07D5A354F20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E10F2F03-4A5F-4C8F-A856-46AD039E64AB}" type="pres">
      <dgm:prSet presAssocID="{DAEC77F9-796A-4C72-B1A2-B07D5A354F20}" presName="childText" presStyleLbl="revTx" presStyleIdx="5" presStyleCnt="7">
        <dgm:presLayoutVars>
          <dgm:bulletEnabled val="1"/>
        </dgm:presLayoutVars>
      </dgm:prSet>
      <dgm:spPr/>
    </dgm:pt>
    <dgm:pt modelId="{4CE64A6A-D866-4DAA-8331-9B48F54AC8DD}" type="pres">
      <dgm:prSet presAssocID="{01BEA61F-B76E-4216-9B47-B89C0837F7B8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7B3FF9AD-CD6E-4B48-8373-C3346B705EAB}" type="pres">
      <dgm:prSet presAssocID="{01BEA61F-B76E-4216-9B47-B89C0837F7B8}" presName="childText" presStyleLbl="revTx" presStyleIdx="6" presStyleCnt="7">
        <dgm:presLayoutVars>
          <dgm:bulletEnabled val="1"/>
        </dgm:presLayoutVars>
      </dgm:prSet>
      <dgm:spPr/>
    </dgm:pt>
  </dgm:ptLst>
  <dgm:cxnLst>
    <dgm:cxn modelId="{8632FC09-C14C-42C8-8FA0-D718E84BC58A}" type="presOf" srcId="{446FE9D7-6DAF-4EF8-ADDE-1DA9ADB6B75E}" destId="{E10F2F03-4A5F-4C8F-A856-46AD039E64AB}" srcOrd="0" destOrd="0" presId="urn:microsoft.com/office/officeart/2005/8/layout/vList2"/>
    <dgm:cxn modelId="{D8D5E212-8AE8-422C-BFEF-76964ECE6723}" type="presOf" srcId="{89D292D2-2261-4526-A487-E240FD4F8FFA}" destId="{35B137F7-EF04-4E0A-A1A3-33E9699848F7}" srcOrd="0" destOrd="0" presId="urn:microsoft.com/office/officeart/2005/8/layout/vList2"/>
    <dgm:cxn modelId="{78CE4C14-478D-4022-9BB1-68B68A1C86F1}" type="presOf" srcId="{D674EA61-5827-4C6B-B8DC-8B29C81BA3F4}" destId="{1E89882A-96EA-40F9-9838-D833997BC2F5}" srcOrd="0" destOrd="0" presId="urn:microsoft.com/office/officeart/2005/8/layout/vList2"/>
    <dgm:cxn modelId="{10C8C215-F0B1-4E79-BF9C-EB8513340BA8}" srcId="{DAEC77F9-796A-4C72-B1A2-B07D5A354F20}" destId="{446FE9D7-6DAF-4EF8-ADDE-1DA9ADB6B75E}" srcOrd="0" destOrd="0" parTransId="{E28C414E-0C53-4034-A83C-74CCF3BB6CAF}" sibTransId="{A5E76AC1-A7DA-4896-A55C-EE1C8A5DC34D}"/>
    <dgm:cxn modelId="{21A70B19-B2F9-4AB9-8A73-73A2330534F7}" type="presOf" srcId="{51D68158-2400-48E1-A8A3-078CAB67AE59}" destId="{1954A344-98DA-403A-A6D3-B2D00BF473F5}" srcOrd="0" destOrd="0" presId="urn:microsoft.com/office/officeart/2005/8/layout/vList2"/>
    <dgm:cxn modelId="{065ECA21-189F-4C56-AF66-ED64270CD231}" type="presOf" srcId="{DA2303CC-0CAF-4B68-8D6A-7EAB02EB8F29}" destId="{0B057A2F-2B59-4250-8B8C-6BC4F05B8C7B}" srcOrd="0" destOrd="0" presId="urn:microsoft.com/office/officeart/2005/8/layout/vList2"/>
    <dgm:cxn modelId="{D9306527-A68F-482F-8329-AC3026C5E876}" srcId="{01BEA61F-B76E-4216-9B47-B89C0837F7B8}" destId="{DD2C6CC6-912C-4634-9FB8-DF933BAC4D00}" srcOrd="0" destOrd="0" parTransId="{18567A8F-262D-43BD-B228-83F2BE789CB1}" sibTransId="{0FB8C422-41DF-42AC-8887-B585C4E69E4B}"/>
    <dgm:cxn modelId="{044D0D47-30C2-4F73-8147-A91DD54BE3D3}" srcId="{0D69966C-C739-42FE-80C1-4AB89B262F40}" destId="{89D292D2-2261-4526-A487-E240FD4F8FFA}" srcOrd="0" destOrd="0" parTransId="{E5533642-98DE-4637-A7B3-1B011DF82C71}" sibTransId="{5B09C700-2FA4-48AA-A8B0-7BF2F40CA032}"/>
    <dgm:cxn modelId="{91792E48-7B83-4B68-8CB0-4EA592C30AEA}" type="presOf" srcId="{0D69966C-C739-42FE-80C1-4AB89B262F40}" destId="{4A57731E-8C0F-45F4-B0FC-323F97E81908}" srcOrd="0" destOrd="0" presId="urn:microsoft.com/office/officeart/2005/8/layout/vList2"/>
    <dgm:cxn modelId="{8C66DC56-7D2E-45BD-8D9C-413A0408815F}" type="presOf" srcId="{610B06CE-BA55-453B-841C-9FBF544EE707}" destId="{D39990FD-D0B9-464B-9C7C-1C8CA28CC589}" srcOrd="0" destOrd="0" presId="urn:microsoft.com/office/officeart/2005/8/layout/vList2"/>
    <dgm:cxn modelId="{89A9F58A-B2C4-49BF-9E3B-DE1F30A8C18A}" srcId="{610B06CE-BA55-453B-841C-9FBF544EE707}" destId="{DAEC77F9-796A-4C72-B1A2-B07D5A354F20}" srcOrd="5" destOrd="0" parTransId="{B67AC8F7-4520-4D6B-8090-40175AC9283E}" sibTransId="{7623B0ED-A563-41B4-8626-CA551214370F}"/>
    <dgm:cxn modelId="{438C2A8B-C300-4E30-B78B-F27BB0A1E020}" srcId="{610B06CE-BA55-453B-841C-9FBF544EE707}" destId="{43F40E81-E181-4D55-9DD9-D553D0B2CF24}" srcOrd="4" destOrd="0" parTransId="{8D2D175C-DB97-4D1A-A5B5-634834C39472}" sibTransId="{6DE0674F-8EEF-4A33-96F6-65A526F7ED1B}"/>
    <dgm:cxn modelId="{C1B4729E-60E1-46C6-A5C6-904FC95C3BCD}" srcId="{610B06CE-BA55-453B-841C-9FBF544EE707}" destId="{0D69966C-C739-42FE-80C1-4AB89B262F40}" srcOrd="1" destOrd="0" parTransId="{0A9DFBB3-6128-420E-A582-8BA949714BA5}" sibTransId="{F730C09A-7CE2-4449-AD96-97B677B62743}"/>
    <dgm:cxn modelId="{ED3A49A2-060D-4001-B88D-DE53550B43B1}" srcId="{610B06CE-BA55-453B-841C-9FBF544EE707}" destId="{11BDF631-29A2-4302-89E1-4FA47890EE27}" srcOrd="3" destOrd="0" parTransId="{43F6B7AF-34D8-4798-9B16-97CA61A95CFF}" sibTransId="{898FD2D9-E50E-4BA0-B474-5E2F35B0456B}"/>
    <dgm:cxn modelId="{30FF10A5-5229-4141-99D2-BF02F52EF656}" srcId="{43F40E81-E181-4D55-9DD9-D553D0B2CF24}" destId="{95D0A3EF-D0BA-4595-8DFA-7136ED8C64F9}" srcOrd="0" destOrd="0" parTransId="{97413D6D-9996-4457-8432-0D91D2C8BB77}" sibTransId="{324F6590-47E8-4031-83E3-D39B5A1E34EF}"/>
    <dgm:cxn modelId="{76743CB0-7784-4C9D-9932-8687D4E600A2}" srcId="{610B06CE-BA55-453B-841C-9FBF544EE707}" destId="{5B674BC5-1041-4AC3-8BE2-ED3770EAA855}" srcOrd="2" destOrd="0" parTransId="{6F873720-2242-4350-9683-30832305FC5E}" sibTransId="{F1110CF2-8435-4A66-AF5B-6ED40611206B}"/>
    <dgm:cxn modelId="{6637BDB3-9A33-4BC9-B05D-13E4E6624498}" srcId="{0131332D-8DF7-43AB-BF0C-4A1C0793F6D7}" destId="{51D68158-2400-48E1-A8A3-078CAB67AE59}" srcOrd="0" destOrd="0" parTransId="{19F7C779-8B6A-4123-A082-E92DCE68B145}" sibTransId="{820C107B-DA63-488A-B10A-E4C396871BB0}"/>
    <dgm:cxn modelId="{04251AB5-42DD-4809-9851-877A88BCD04A}" type="presOf" srcId="{5B674BC5-1041-4AC3-8BE2-ED3770EAA855}" destId="{69680116-2EFB-4632-9799-27287DDA20CB}" srcOrd="0" destOrd="0" presId="urn:microsoft.com/office/officeart/2005/8/layout/vList2"/>
    <dgm:cxn modelId="{CC5133BC-3399-4585-9270-F8D7DA6DD409}" srcId="{5B674BC5-1041-4AC3-8BE2-ED3770EAA855}" destId="{D674EA61-5827-4C6B-B8DC-8B29C81BA3F4}" srcOrd="0" destOrd="0" parTransId="{7E526B15-C3BC-4FC1-9758-A77286F56FF7}" sibTransId="{06334A77-9CAE-46EC-81BE-DCB1743A69D2}"/>
    <dgm:cxn modelId="{F01CA8C6-7EC4-4E1A-B078-503051BACA22}" type="presOf" srcId="{DAEC77F9-796A-4C72-B1A2-B07D5A354F20}" destId="{874FB68E-2E65-4113-82A7-F2A595B7ABB1}" srcOrd="0" destOrd="0" presId="urn:microsoft.com/office/officeart/2005/8/layout/vList2"/>
    <dgm:cxn modelId="{7B2231D5-FD9A-4751-B7D8-1BA47E433576}" type="presOf" srcId="{43F40E81-E181-4D55-9DD9-D553D0B2CF24}" destId="{11217976-CE1A-4609-A982-494125FBEB78}" srcOrd="0" destOrd="0" presId="urn:microsoft.com/office/officeart/2005/8/layout/vList2"/>
    <dgm:cxn modelId="{60BE79D7-B853-4417-B54D-D7548E7805C5}" type="presOf" srcId="{95D0A3EF-D0BA-4595-8DFA-7136ED8C64F9}" destId="{18AB1BB7-33CB-40A1-B9F5-C71BB4D52F3B}" srcOrd="0" destOrd="0" presId="urn:microsoft.com/office/officeart/2005/8/layout/vList2"/>
    <dgm:cxn modelId="{E452F7D8-0C64-4E19-BEBD-785EC825FA83}" type="presOf" srcId="{11BDF631-29A2-4302-89E1-4FA47890EE27}" destId="{1A44A335-8E60-47E9-A521-9E6D2630B2CE}" srcOrd="0" destOrd="0" presId="urn:microsoft.com/office/officeart/2005/8/layout/vList2"/>
    <dgm:cxn modelId="{CDE14DDD-A145-40F4-ACFE-E42E0DEAE174}" srcId="{610B06CE-BA55-453B-841C-9FBF544EE707}" destId="{0131332D-8DF7-43AB-BF0C-4A1C0793F6D7}" srcOrd="0" destOrd="0" parTransId="{3769AA73-9A21-443F-9318-C3C3688F2CF6}" sibTransId="{1E7CF807-BD9D-42E3-928C-BA11EECA0300}"/>
    <dgm:cxn modelId="{AAD0CFE0-D8ED-4D35-A928-0CB17E1EFC1C}" srcId="{610B06CE-BA55-453B-841C-9FBF544EE707}" destId="{01BEA61F-B76E-4216-9B47-B89C0837F7B8}" srcOrd="6" destOrd="0" parTransId="{C476236C-F94F-445B-98A7-37A759E68454}" sibTransId="{57B182D3-AB44-477F-8609-B1039C3635F1}"/>
    <dgm:cxn modelId="{EF69E7E7-78F1-4E79-91B1-4B18FDAD8932}" srcId="{11BDF631-29A2-4302-89E1-4FA47890EE27}" destId="{DA2303CC-0CAF-4B68-8D6A-7EAB02EB8F29}" srcOrd="0" destOrd="0" parTransId="{47965156-A156-45CC-8D1C-DAAB7F7366D8}" sibTransId="{901EF48B-3036-45A3-9C30-9FB13043C7F6}"/>
    <dgm:cxn modelId="{BA0E85E8-9241-46AB-BA9D-1CEB9F905B53}" type="presOf" srcId="{0131332D-8DF7-43AB-BF0C-4A1C0793F6D7}" destId="{A8FA1FF3-ED8A-4C86-BD6D-431756619D61}" srcOrd="0" destOrd="0" presId="urn:microsoft.com/office/officeart/2005/8/layout/vList2"/>
    <dgm:cxn modelId="{687C4BF4-6AB3-4CFD-A0A1-EA9A54805EB1}" type="presOf" srcId="{DD2C6CC6-912C-4634-9FB8-DF933BAC4D00}" destId="{7B3FF9AD-CD6E-4B48-8373-C3346B705EAB}" srcOrd="0" destOrd="0" presId="urn:microsoft.com/office/officeart/2005/8/layout/vList2"/>
    <dgm:cxn modelId="{439FB5FA-058F-4B8E-9194-056013863173}" type="presOf" srcId="{01BEA61F-B76E-4216-9B47-B89C0837F7B8}" destId="{4CE64A6A-D866-4DAA-8331-9B48F54AC8DD}" srcOrd="0" destOrd="0" presId="urn:microsoft.com/office/officeart/2005/8/layout/vList2"/>
    <dgm:cxn modelId="{6E6B0676-EBC7-4553-8F11-898109036F5D}" type="presParOf" srcId="{D39990FD-D0B9-464B-9C7C-1C8CA28CC589}" destId="{A8FA1FF3-ED8A-4C86-BD6D-431756619D61}" srcOrd="0" destOrd="0" presId="urn:microsoft.com/office/officeart/2005/8/layout/vList2"/>
    <dgm:cxn modelId="{550E6D3E-C308-4A2A-9AE7-C3050EBC2953}" type="presParOf" srcId="{D39990FD-D0B9-464B-9C7C-1C8CA28CC589}" destId="{1954A344-98DA-403A-A6D3-B2D00BF473F5}" srcOrd="1" destOrd="0" presId="urn:microsoft.com/office/officeart/2005/8/layout/vList2"/>
    <dgm:cxn modelId="{8CEBA542-B343-4DFD-96FC-B884B7131F52}" type="presParOf" srcId="{D39990FD-D0B9-464B-9C7C-1C8CA28CC589}" destId="{4A57731E-8C0F-45F4-B0FC-323F97E81908}" srcOrd="2" destOrd="0" presId="urn:microsoft.com/office/officeart/2005/8/layout/vList2"/>
    <dgm:cxn modelId="{52BF480A-C608-43CB-8F42-5A6A0EB9E285}" type="presParOf" srcId="{D39990FD-D0B9-464B-9C7C-1C8CA28CC589}" destId="{35B137F7-EF04-4E0A-A1A3-33E9699848F7}" srcOrd="3" destOrd="0" presId="urn:microsoft.com/office/officeart/2005/8/layout/vList2"/>
    <dgm:cxn modelId="{A78DFF27-0CDE-4DC6-8562-18706F317036}" type="presParOf" srcId="{D39990FD-D0B9-464B-9C7C-1C8CA28CC589}" destId="{69680116-2EFB-4632-9799-27287DDA20CB}" srcOrd="4" destOrd="0" presId="urn:microsoft.com/office/officeart/2005/8/layout/vList2"/>
    <dgm:cxn modelId="{DBF7ED39-575A-41F1-9CB4-404E78482605}" type="presParOf" srcId="{D39990FD-D0B9-464B-9C7C-1C8CA28CC589}" destId="{1E89882A-96EA-40F9-9838-D833997BC2F5}" srcOrd="5" destOrd="0" presId="urn:microsoft.com/office/officeart/2005/8/layout/vList2"/>
    <dgm:cxn modelId="{371450E6-06B4-46EC-B167-9DBC75360CAF}" type="presParOf" srcId="{D39990FD-D0B9-464B-9C7C-1C8CA28CC589}" destId="{1A44A335-8E60-47E9-A521-9E6D2630B2CE}" srcOrd="6" destOrd="0" presId="urn:microsoft.com/office/officeart/2005/8/layout/vList2"/>
    <dgm:cxn modelId="{BB0F8766-DB5A-4C5D-89D2-8B8C3072F99C}" type="presParOf" srcId="{D39990FD-D0B9-464B-9C7C-1C8CA28CC589}" destId="{0B057A2F-2B59-4250-8B8C-6BC4F05B8C7B}" srcOrd="7" destOrd="0" presId="urn:microsoft.com/office/officeart/2005/8/layout/vList2"/>
    <dgm:cxn modelId="{46BD384E-2454-4006-85B4-FEBDC3C86D0E}" type="presParOf" srcId="{D39990FD-D0B9-464B-9C7C-1C8CA28CC589}" destId="{11217976-CE1A-4609-A982-494125FBEB78}" srcOrd="8" destOrd="0" presId="urn:microsoft.com/office/officeart/2005/8/layout/vList2"/>
    <dgm:cxn modelId="{069C100C-8D78-414D-B4BA-4D97F1A23E8F}" type="presParOf" srcId="{D39990FD-D0B9-464B-9C7C-1C8CA28CC589}" destId="{18AB1BB7-33CB-40A1-B9F5-C71BB4D52F3B}" srcOrd="9" destOrd="0" presId="urn:microsoft.com/office/officeart/2005/8/layout/vList2"/>
    <dgm:cxn modelId="{223BB316-6759-41A4-AE7A-BF19B4CA84BD}" type="presParOf" srcId="{D39990FD-D0B9-464B-9C7C-1C8CA28CC589}" destId="{874FB68E-2E65-4113-82A7-F2A595B7ABB1}" srcOrd="10" destOrd="0" presId="urn:microsoft.com/office/officeart/2005/8/layout/vList2"/>
    <dgm:cxn modelId="{6CFC781F-A603-4CC9-A946-7E10E830451D}" type="presParOf" srcId="{D39990FD-D0B9-464B-9C7C-1C8CA28CC589}" destId="{E10F2F03-4A5F-4C8F-A856-46AD039E64AB}" srcOrd="11" destOrd="0" presId="urn:microsoft.com/office/officeart/2005/8/layout/vList2"/>
    <dgm:cxn modelId="{44280C3A-57E3-4934-B3E7-30984D356591}" type="presParOf" srcId="{D39990FD-D0B9-464B-9C7C-1C8CA28CC589}" destId="{4CE64A6A-D866-4DAA-8331-9B48F54AC8DD}" srcOrd="12" destOrd="0" presId="urn:microsoft.com/office/officeart/2005/8/layout/vList2"/>
    <dgm:cxn modelId="{01ABAD1F-4C9D-4EEB-9D7D-8BE1C01F384C}" type="presParOf" srcId="{D39990FD-D0B9-464B-9C7C-1C8CA28CC589}" destId="{7B3FF9AD-CD6E-4B48-8373-C3346B705EAB}" srcOrd="1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6770C3-89DE-4E73-86D9-FDF3A7EE7AC6}">
      <dsp:nvSpPr>
        <dsp:cNvPr id="0" name=""/>
        <dsp:cNvSpPr/>
      </dsp:nvSpPr>
      <dsp:spPr>
        <a:xfrm>
          <a:off x="0" y="477118"/>
          <a:ext cx="9144000" cy="3276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617D8E-C43B-4506-A102-FE6DEB36C5C8}">
      <dsp:nvSpPr>
        <dsp:cNvPr id="0" name=""/>
        <dsp:cNvSpPr/>
      </dsp:nvSpPr>
      <dsp:spPr>
        <a:xfrm>
          <a:off x="452735" y="92997"/>
          <a:ext cx="8690432" cy="576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935" tIns="0" rIns="24193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中華航空、汎德、長榮空廚 </a:t>
          </a:r>
          <a:r>
            <a:rPr lang="en-US" altLang="zh-TW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Jamf</a:t>
          </a:r>
          <a:r>
            <a:rPr lang="zh-TW" alt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相關憑證更新協助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。</a:t>
          </a:r>
        </a:p>
      </dsp:txBody>
      <dsp:txXfrm>
        <a:off x="480853" y="121115"/>
        <a:ext cx="8634196" cy="519764"/>
      </dsp:txXfrm>
    </dsp:sp>
    <dsp:sp modelId="{D3E74EDE-C346-4C12-8FFA-87A5A7951833}">
      <dsp:nvSpPr>
        <dsp:cNvPr id="0" name=""/>
        <dsp:cNvSpPr/>
      </dsp:nvSpPr>
      <dsp:spPr>
        <a:xfrm>
          <a:off x="0" y="1259038"/>
          <a:ext cx="9144000" cy="3276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36239D-1EA2-4A6F-A36A-B810283A6C17}">
      <dsp:nvSpPr>
        <dsp:cNvPr id="0" name=""/>
        <dsp:cNvSpPr/>
      </dsp:nvSpPr>
      <dsp:spPr>
        <a:xfrm>
          <a:off x="435322" y="874918"/>
          <a:ext cx="8706436" cy="576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935" tIns="0" rIns="24193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中華航空各部處 </a:t>
          </a:r>
          <a:r>
            <a:rPr lang="en-US" altLang="zh-TW" sz="16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Jamf</a:t>
          </a:r>
          <a:r>
            <a:rPr lang="en-US" altLang="zh-TW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Cloud &amp; iPad </a:t>
          </a:r>
          <a:r>
            <a:rPr lang="zh-TW" alt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問題處理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。</a:t>
          </a:r>
          <a:r>
            <a:rPr lang="en-US" altLang="zh-TW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維護服務費 </a:t>
          </a:r>
          <a:r>
            <a:rPr lang="en-US" altLang="zh-TW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$160000/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年 未稅</a:t>
          </a:r>
          <a:r>
            <a:rPr lang="en-US" altLang="zh-TW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zh-TW" altLang="en-US" sz="16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3440" y="903036"/>
        <a:ext cx="8650200" cy="519764"/>
      </dsp:txXfrm>
    </dsp:sp>
    <dsp:sp modelId="{7474F277-EA74-4B47-BF19-9DF459B82E5A}">
      <dsp:nvSpPr>
        <dsp:cNvPr id="0" name=""/>
        <dsp:cNvSpPr/>
      </dsp:nvSpPr>
      <dsp:spPr>
        <a:xfrm>
          <a:off x="0" y="2040959"/>
          <a:ext cx="9144000" cy="3276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DCCC35-65A4-4998-A589-62B6B5EF338C}">
      <dsp:nvSpPr>
        <dsp:cNvPr id="0" name=""/>
        <dsp:cNvSpPr/>
      </dsp:nvSpPr>
      <dsp:spPr>
        <a:xfrm>
          <a:off x="435322" y="1656838"/>
          <a:ext cx="8706436" cy="576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935" tIns="0" rIns="24193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彰銀資訊處 </a:t>
          </a:r>
          <a:r>
            <a:rPr lang="en-US" altLang="zh-TW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&amp; 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各分行 </a:t>
          </a:r>
          <a:r>
            <a:rPr lang="en-US" altLang="zh-TW" sz="16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Jamf</a:t>
          </a:r>
          <a:r>
            <a:rPr lang="en-US" altLang="zh-TW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Cloud &amp; iPad </a:t>
          </a:r>
          <a:r>
            <a:rPr lang="zh-TW" alt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問題處理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。</a:t>
          </a:r>
          <a:r>
            <a:rPr lang="en-US" altLang="zh-TW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維護服務費 </a:t>
          </a:r>
          <a:r>
            <a:rPr lang="en-US" altLang="zh-TW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$100000/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年 未稅</a:t>
          </a:r>
          <a:r>
            <a:rPr lang="en-US" altLang="zh-TW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zh-TW" altLang="en-US" sz="16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3440" y="1684956"/>
        <a:ext cx="8650200" cy="519764"/>
      </dsp:txXfrm>
    </dsp:sp>
    <dsp:sp modelId="{B8DD0F69-428B-4BA9-AB91-8317CD79A56A}">
      <dsp:nvSpPr>
        <dsp:cNvPr id="0" name=""/>
        <dsp:cNvSpPr/>
      </dsp:nvSpPr>
      <dsp:spPr>
        <a:xfrm>
          <a:off x="0" y="2822880"/>
          <a:ext cx="9144000" cy="3276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9D2C59-A014-4C10-BCA1-96C0B7FD2CFE}">
      <dsp:nvSpPr>
        <dsp:cNvPr id="0" name=""/>
        <dsp:cNvSpPr/>
      </dsp:nvSpPr>
      <dsp:spPr>
        <a:xfrm>
          <a:off x="435322" y="2438759"/>
          <a:ext cx="8706436" cy="576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935" tIns="0" rIns="24193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TW" altLang="en-US" sz="1600" b="0" i="0" kern="1200" dirty="0"/>
            <a:t>中華賓士、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凱基人壽、長榮空廚、台中市政府衛生局 </a:t>
          </a:r>
          <a:r>
            <a:rPr lang="en-US" altLang="zh-TW" sz="16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Jamf</a:t>
          </a:r>
          <a:r>
            <a:rPr lang="en-US" altLang="zh-TW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Pro/Cloud &amp; iPad </a:t>
          </a:r>
          <a:r>
            <a:rPr lang="zh-TW" alt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問題處理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。</a:t>
          </a:r>
        </a:p>
      </dsp:txBody>
      <dsp:txXfrm>
        <a:off x="463440" y="2466877"/>
        <a:ext cx="8650200" cy="519764"/>
      </dsp:txXfrm>
    </dsp:sp>
    <dsp:sp modelId="{F6AC688B-A7D0-4600-95DC-DC86CAA7F8CA}">
      <dsp:nvSpPr>
        <dsp:cNvPr id="0" name=""/>
        <dsp:cNvSpPr/>
      </dsp:nvSpPr>
      <dsp:spPr>
        <a:xfrm>
          <a:off x="0" y="3604801"/>
          <a:ext cx="9144000" cy="3276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B8A0B6-E449-44FF-9E54-5524397D24B3}">
      <dsp:nvSpPr>
        <dsp:cNvPr id="0" name=""/>
        <dsp:cNvSpPr/>
      </dsp:nvSpPr>
      <dsp:spPr>
        <a:xfrm>
          <a:off x="435322" y="3220680"/>
          <a:ext cx="8706436" cy="576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935" tIns="0" rIns="24193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聯新醫院 </a:t>
          </a:r>
          <a:r>
            <a:rPr lang="en-US" altLang="zh-TW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iPad * 2 </a:t>
          </a:r>
          <a:r>
            <a:rPr lang="zh-TW" alt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手動 </a:t>
          </a:r>
          <a:r>
            <a:rPr lang="en-US" altLang="zh-TW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ADE</a:t>
          </a:r>
          <a:r>
            <a:rPr lang="zh-TW" alt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處理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，收費 </a:t>
          </a:r>
          <a:r>
            <a:rPr lang="en-US" altLang="zh-TW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$1000/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台</a:t>
          </a:r>
          <a:r>
            <a:rPr lang="en-US" altLang="zh-TW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未稅</a:t>
          </a:r>
          <a:r>
            <a:rPr lang="en-US" altLang="zh-TW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。</a:t>
          </a:r>
          <a:endParaRPr lang="en-US" altLang="zh-TW" sz="16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3440" y="3248798"/>
        <a:ext cx="8650200" cy="519764"/>
      </dsp:txXfrm>
    </dsp:sp>
    <dsp:sp modelId="{96AA3259-2E52-4DC3-8C87-B111035F8C75}">
      <dsp:nvSpPr>
        <dsp:cNvPr id="0" name=""/>
        <dsp:cNvSpPr/>
      </dsp:nvSpPr>
      <dsp:spPr>
        <a:xfrm>
          <a:off x="0" y="4386721"/>
          <a:ext cx="9144000" cy="3276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284A99-B3DE-4A74-9D81-3FE5F9292B73}">
      <dsp:nvSpPr>
        <dsp:cNvPr id="0" name=""/>
        <dsp:cNvSpPr/>
      </dsp:nvSpPr>
      <dsp:spPr>
        <a:xfrm>
          <a:off x="451842" y="4002601"/>
          <a:ext cx="8691762" cy="576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935" tIns="0" rIns="24193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中華賓士 工廠 </a:t>
          </a:r>
          <a:r>
            <a:rPr lang="en-US" altLang="zh-TW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iPad</a:t>
          </a:r>
          <a:r>
            <a:rPr lang="zh-TW" alt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專案 </a:t>
          </a:r>
          <a:r>
            <a:rPr lang="en-US" altLang="zh-TW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&amp; </a:t>
          </a:r>
          <a:r>
            <a:rPr lang="en-US" altLang="zh-TW" sz="16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Jamf</a:t>
          </a:r>
          <a:r>
            <a:rPr lang="en-US" altLang="zh-TW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Pro MDM</a:t>
          </a:r>
          <a:r>
            <a:rPr lang="zh-TW" alt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zh-TW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POC</a:t>
          </a:r>
          <a:r>
            <a:rPr lang="zh-TW" alt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測試與導入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。 </a:t>
          </a:r>
        </a:p>
      </dsp:txBody>
      <dsp:txXfrm>
        <a:off x="479960" y="4030719"/>
        <a:ext cx="8635526" cy="519764"/>
      </dsp:txXfrm>
    </dsp:sp>
    <dsp:sp modelId="{CE684670-CDE1-4F8F-825E-1D6FFD6E1691}">
      <dsp:nvSpPr>
        <dsp:cNvPr id="0" name=""/>
        <dsp:cNvSpPr/>
      </dsp:nvSpPr>
      <dsp:spPr>
        <a:xfrm>
          <a:off x="0" y="5168642"/>
          <a:ext cx="9144000" cy="3276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110D33-E195-407B-95DE-D3667A958F32}">
      <dsp:nvSpPr>
        <dsp:cNvPr id="0" name=""/>
        <dsp:cNvSpPr/>
      </dsp:nvSpPr>
      <dsp:spPr>
        <a:xfrm>
          <a:off x="435322" y="4784521"/>
          <a:ext cx="8706436" cy="576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935" tIns="0" rIns="24193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華航空服處 </a:t>
          </a:r>
          <a:r>
            <a:rPr lang="en-US" altLang="zh-TW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&amp; 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航務處 </a:t>
          </a:r>
          <a:r>
            <a:rPr lang="en-US" altLang="zh-TW" sz="16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Jamf</a:t>
          </a:r>
          <a:r>
            <a:rPr lang="en-US" altLang="zh-TW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Protect for iOS onboarding &amp; training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。</a:t>
          </a:r>
          <a:r>
            <a:rPr lang="en-US" altLang="zh-TW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待</a:t>
          </a:r>
          <a:r>
            <a:rPr lang="en-US" altLang="zh-TW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PM Team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安排時間</a:t>
          </a:r>
          <a:r>
            <a:rPr lang="en-US" altLang="zh-TW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zh-TW" altLang="en-US" sz="16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3440" y="4812639"/>
        <a:ext cx="8650200" cy="5197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6770C3-89DE-4E73-86D9-FDF3A7EE7AC6}">
      <dsp:nvSpPr>
        <dsp:cNvPr id="0" name=""/>
        <dsp:cNvSpPr/>
      </dsp:nvSpPr>
      <dsp:spPr>
        <a:xfrm>
          <a:off x="0" y="475931"/>
          <a:ext cx="9144000" cy="5418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617D8E-C43B-4506-A102-FE6DEB36C5C8}">
      <dsp:nvSpPr>
        <dsp:cNvPr id="0" name=""/>
        <dsp:cNvSpPr/>
      </dsp:nvSpPr>
      <dsp:spPr>
        <a:xfrm>
          <a:off x="435322" y="13235"/>
          <a:ext cx="8706436" cy="75789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935" tIns="0" rIns="24193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和泰汽車、</a:t>
          </a:r>
          <a:r>
            <a:rPr lang="zh-TW" altLang="en-US" sz="1600" b="0" i="0" kern="1200" dirty="0"/>
            <a:t>弘塑科技 </a:t>
          </a:r>
          <a:r>
            <a:rPr lang="en" alt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Apex One</a:t>
          </a:r>
          <a:r>
            <a:rPr lang="zh-TW" alt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zh-TW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&amp; Apex Central</a:t>
          </a:r>
          <a:r>
            <a:rPr lang="en" alt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zh-TW" alt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問題處理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。</a:t>
          </a:r>
        </a:p>
      </dsp:txBody>
      <dsp:txXfrm>
        <a:off x="472319" y="50232"/>
        <a:ext cx="8632442" cy="683902"/>
      </dsp:txXfrm>
    </dsp:sp>
    <dsp:sp modelId="{D3E74EDE-C346-4C12-8FFA-87A5A7951833}">
      <dsp:nvSpPr>
        <dsp:cNvPr id="0" name=""/>
        <dsp:cNvSpPr/>
      </dsp:nvSpPr>
      <dsp:spPr>
        <a:xfrm>
          <a:off x="0" y="1588523"/>
          <a:ext cx="9144000" cy="56842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36239D-1EA2-4A6F-A36A-B810283A6C17}">
      <dsp:nvSpPr>
        <dsp:cNvPr id="0" name=""/>
        <dsp:cNvSpPr/>
      </dsp:nvSpPr>
      <dsp:spPr>
        <a:xfrm>
          <a:off x="455860" y="1125827"/>
          <a:ext cx="8685903" cy="75789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935" tIns="0" rIns="24193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TW" altLang="en-US" sz="1500" b="0" i="0" kern="1200" dirty="0"/>
            <a:t>新竹市地政事務所、精誠軟體</a:t>
          </a:r>
          <a:r>
            <a:rPr lang="en-US" altLang="zh-TW" sz="1500" b="0" i="0" kern="1200" dirty="0"/>
            <a:t> </a:t>
          </a:r>
          <a:r>
            <a:rPr lang="en" altLang="en-US" sz="1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Apex One</a:t>
          </a:r>
          <a:r>
            <a:rPr lang="zh-TW" altLang="en-US" sz="1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問題處理</a:t>
          </a:r>
          <a:r>
            <a:rPr lang="zh-TW" altLang="en-US" sz="15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。</a:t>
          </a:r>
        </a:p>
      </dsp:txBody>
      <dsp:txXfrm>
        <a:off x="492857" y="1162824"/>
        <a:ext cx="8611909" cy="683902"/>
      </dsp:txXfrm>
    </dsp:sp>
    <dsp:sp modelId="{7474F277-EA74-4B47-BF19-9DF459B82E5A}">
      <dsp:nvSpPr>
        <dsp:cNvPr id="0" name=""/>
        <dsp:cNvSpPr/>
      </dsp:nvSpPr>
      <dsp:spPr>
        <a:xfrm>
          <a:off x="0" y="2716798"/>
          <a:ext cx="9144000" cy="56842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DCCC35-65A4-4998-A589-62B6B5EF338C}">
      <dsp:nvSpPr>
        <dsp:cNvPr id="0" name=""/>
        <dsp:cNvSpPr/>
      </dsp:nvSpPr>
      <dsp:spPr>
        <a:xfrm>
          <a:off x="435322" y="2264945"/>
          <a:ext cx="8706436" cy="75789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935" tIns="0" rIns="24193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TW" altLang="en-US" sz="1600" b="0" i="0" kern="1200" dirty="0"/>
            <a:t>崇瑋工業 </a:t>
          </a:r>
          <a:r>
            <a:rPr lang="en" alt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Apex One </a:t>
          </a:r>
          <a:r>
            <a:rPr lang="zh-TW" alt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安裝建置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，收費 </a:t>
          </a:r>
          <a:r>
            <a:rPr lang="en-US" altLang="zh-TW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$12,000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zh-TW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未稅</a:t>
          </a:r>
          <a:r>
            <a:rPr lang="en-US" altLang="zh-TW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。</a:t>
          </a:r>
        </a:p>
      </dsp:txBody>
      <dsp:txXfrm>
        <a:off x="472319" y="2301942"/>
        <a:ext cx="8632442" cy="683902"/>
      </dsp:txXfrm>
    </dsp:sp>
    <dsp:sp modelId="{B8DD0F69-428B-4BA9-AB91-8317CD79A56A}">
      <dsp:nvSpPr>
        <dsp:cNvPr id="0" name=""/>
        <dsp:cNvSpPr/>
      </dsp:nvSpPr>
      <dsp:spPr>
        <a:xfrm>
          <a:off x="0" y="3866759"/>
          <a:ext cx="9144000" cy="56842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9D2C59-A014-4C10-BCA1-96C0B7FD2CFE}">
      <dsp:nvSpPr>
        <dsp:cNvPr id="0" name=""/>
        <dsp:cNvSpPr/>
      </dsp:nvSpPr>
      <dsp:spPr>
        <a:xfrm>
          <a:off x="435322" y="3404062"/>
          <a:ext cx="8706436" cy="75789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935" tIns="0" rIns="24193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台灣半導體</a:t>
          </a:r>
          <a:r>
            <a:rPr lang="en-US" altLang="zh-TW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Apex Central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問題處理 </a:t>
          </a:r>
          <a:r>
            <a:rPr lang="en-US" altLang="zh-TW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&amp; 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教育訓練，收費 </a:t>
          </a:r>
          <a:r>
            <a:rPr lang="en-US" altLang="zh-TW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$6,000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zh-TW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未稅</a:t>
          </a:r>
          <a:r>
            <a:rPr lang="en-US" altLang="zh-TW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。</a:t>
          </a:r>
        </a:p>
      </dsp:txBody>
      <dsp:txXfrm>
        <a:off x="472319" y="3441059"/>
        <a:ext cx="8632442" cy="683902"/>
      </dsp:txXfrm>
    </dsp:sp>
    <dsp:sp modelId="{E84AB1EA-803D-F44F-82C8-D5303703DC60}">
      <dsp:nvSpPr>
        <dsp:cNvPr id="0" name=""/>
        <dsp:cNvSpPr/>
      </dsp:nvSpPr>
      <dsp:spPr>
        <a:xfrm>
          <a:off x="0" y="5007583"/>
          <a:ext cx="9144000" cy="56842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4E5A7B-790B-E147-82D3-248E081BFFB4}">
      <dsp:nvSpPr>
        <dsp:cNvPr id="0" name=""/>
        <dsp:cNvSpPr/>
      </dsp:nvSpPr>
      <dsp:spPr>
        <a:xfrm>
          <a:off x="435322" y="4543180"/>
          <a:ext cx="8706436" cy="75960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935" tIns="0" rIns="24193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和運集團 </a:t>
          </a:r>
          <a:r>
            <a:rPr lang="en-US" altLang="zh-TW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Apex One on-premises </a:t>
          </a:r>
          <a:r>
            <a:rPr lang="zh-TW" alt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安裝建置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，收費 </a:t>
          </a:r>
          <a:r>
            <a:rPr lang="en-US" altLang="zh-TW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$20,000 (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未稅</a:t>
          </a:r>
          <a:r>
            <a:rPr lang="en-US" altLang="zh-TW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r>
            <a:rPr lang="zh-TW" alt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。</a:t>
          </a:r>
          <a:r>
            <a:rPr lang="en-US" altLang="zh-TW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zh-TW" altLang="en-US" sz="1600" b="1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尚未執行</a:t>
          </a:r>
          <a:r>
            <a:rPr lang="en-US" altLang="zh-TW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zh-TW" altLang="en-US" sz="16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2403" y="4580261"/>
        <a:ext cx="8632274" cy="6854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F050C1-3050-4175-952F-CFD6D3BB8404}">
      <dsp:nvSpPr>
        <dsp:cNvPr id="0" name=""/>
        <dsp:cNvSpPr/>
      </dsp:nvSpPr>
      <dsp:spPr>
        <a:xfrm rot="5400000">
          <a:off x="4723084" y="-1431589"/>
          <a:ext cx="1376899" cy="4584389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3200" kern="12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由 </a:t>
          </a:r>
          <a:r>
            <a:rPr lang="en-US" altLang="en-US" sz="3200" kern="12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PM </a:t>
          </a:r>
          <a:r>
            <a:rPr lang="zh-TW" altLang="en-US" sz="3200" kern="12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指派人員處理</a:t>
          </a:r>
          <a:r>
            <a:rPr lang="en-US" altLang="zh-TW" sz="2400" kern="12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(Parker</a:t>
          </a:r>
          <a:r>
            <a:rPr lang="zh-TW" altLang="en-US" sz="2400" kern="12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、</a:t>
          </a:r>
          <a:r>
            <a:rPr lang="en-US" altLang="zh-TW" sz="2400" kern="12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Jeff</a:t>
          </a:r>
          <a:r>
            <a:rPr lang="zh-TW" altLang="en-US" sz="2400" kern="12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 </a:t>
          </a:r>
          <a:r>
            <a:rPr lang="en-US" altLang="zh-TW" sz="2400" kern="12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or Kenny)</a:t>
          </a:r>
          <a:endParaRPr lang="zh-TW" altLang="en-US" sz="2400" kern="1200" dirty="0">
            <a:latin typeface="Times New Roman" panose="02020603050405020304" pitchFamily="18" charset="0"/>
            <a:ea typeface="Microsoft JhengHei" panose="020B0604030504040204" pitchFamily="34" charset="-120"/>
            <a:cs typeface="Times New Roman" panose="02020603050405020304" pitchFamily="18" charset="0"/>
          </a:endParaRPr>
        </a:p>
      </dsp:txBody>
      <dsp:txXfrm rot="-5400000">
        <a:off x="3119340" y="239370"/>
        <a:ext cx="4517174" cy="1242469"/>
      </dsp:txXfrm>
    </dsp:sp>
    <dsp:sp modelId="{68A9D27C-59B9-4868-9CFC-4B442D4D4003}">
      <dsp:nvSpPr>
        <dsp:cNvPr id="0" name=""/>
        <dsp:cNvSpPr/>
      </dsp:nvSpPr>
      <dsp:spPr>
        <a:xfrm>
          <a:off x="1126" y="43"/>
          <a:ext cx="3118212" cy="172112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zh-TW" sz="2500" b="0" i="0" u="none" strike="noStrike" kern="1200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Pre-sale</a:t>
          </a:r>
          <a:r>
            <a:rPr kumimoji="0" lang="zh-TW" altLang="en-US" sz="2500" b="0" i="0" u="none" strike="noStrike" kern="1200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、</a:t>
          </a:r>
          <a:r>
            <a:rPr kumimoji="0" lang="en-US" altLang="zh-TW" sz="2500" b="0" i="0" u="none" strike="noStrike" kern="1200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POC &amp; </a:t>
          </a:r>
          <a:r>
            <a:rPr kumimoji="0" lang="zh-TW" altLang="en-US" sz="2500" b="0" i="0" u="none" strike="noStrike" kern="1200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原廠</a:t>
          </a:r>
          <a:r>
            <a:rPr kumimoji="0" lang="en-US" altLang="zh-TW" sz="2500" b="0" i="0" u="none" strike="noStrike" kern="1200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AM</a:t>
          </a:r>
          <a:r>
            <a:rPr kumimoji="0" lang="zh-TW" altLang="en-US" sz="2500" b="0" i="0" u="none" strike="noStrike" kern="1200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 指派的案件</a:t>
          </a:r>
          <a:endParaRPr lang="zh-TW" altLang="en-US" sz="2500" kern="1200" dirty="0">
            <a:latin typeface="Times New Roman" panose="02020603050405020304" pitchFamily="18" charset="0"/>
            <a:ea typeface="Microsoft JhengHei" panose="020B0604030504040204" pitchFamily="34" charset="-120"/>
            <a:cs typeface="Times New Roman" panose="02020603050405020304" pitchFamily="18" charset="0"/>
          </a:endParaRPr>
        </a:p>
      </dsp:txBody>
      <dsp:txXfrm>
        <a:off x="85144" y="84061"/>
        <a:ext cx="2950176" cy="1553088"/>
      </dsp:txXfrm>
    </dsp:sp>
    <dsp:sp modelId="{2A10FF6E-96F5-40D9-B54E-830D124BBABF}">
      <dsp:nvSpPr>
        <dsp:cNvPr id="0" name=""/>
        <dsp:cNvSpPr/>
      </dsp:nvSpPr>
      <dsp:spPr>
        <a:xfrm rot="5400000">
          <a:off x="4723084" y="375591"/>
          <a:ext cx="1376899" cy="4584389"/>
        </a:xfrm>
        <a:prstGeom prst="round2Same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3200" kern="12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 由 </a:t>
          </a:r>
          <a:r>
            <a:rPr lang="en-US" altLang="en-US" sz="3200" kern="12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Denny </a:t>
          </a:r>
          <a:r>
            <a:rPr lang="zh-TW" altLang="en-US" sz="3200" kern="12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處理</a:t>
          </a:r>
        </a:p>
      </dsp:txBody>
      <dsp:txXfrm rot="-5400000">
        <a:off x="3119340" y="2046551"/>
        <a:ext cx="4517174" cy="1242469"/>
      </dsp:txXfrm>
    </dsp:sp>
    <dsp:sp modelId="{A5AAF767-E652-4669-A1DA-32B191805CA1}">
      <dsp:nvSpPr>
        <dsp:cNvPr id="0" name=""/>
        <dsp:cNvSpPr/>
      </dsp:nvSpPr>
      <dsp:spPr>
        <a:xfrm>
          <a:off x="1126" y="1807224"/>
          <a:ext cx="3118212" cy="1721124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zh-TW" altLang="en-US" sz="2500" b="0" i="0" u="none" strike="noStrike" kern="1200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rPr>
            <a:t>售後技術支援、端點防護產品的案件 </a:t>
          </a:r>
          <a:endParaRPr lang="zh-TW" altLang="en-US" sz="2500" kern="1200" dirty="0">
            <a:latin typeface="Times New Roman" panose="02020603050405020304" pitchFamily="18" charset="0"/>
            <a:ea typeface="Microsoft JhengHei" panose="020B0604030504040204" pitchFamily="34" charset="-120"/>
            <a:cs typeface="Times New Roman" panose="02020603050405020304" pitchFamily="18" charset="0"/>
          </a:endParaRPr>
        </a:p>
      </dsp:txBody>
      <dsp:txXfrm>
        <a:off x="85144" y="1891242"/>
        <a:ext cx="2950176" cy="15530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9A3D40-562E-40D2-8C91-31038FD7375E}">
      <dsp:nvSpPr>
        <dsp:cNvPr id="0" name=""/>
        <dsp:cNvSpPr/>
      </dsp:nvSpPr>
      <dsp:spPr>
        <a:xfrm>
          <a:off x="0" y="591358"/>
          <a:ext cx="7517240" cy="1094796"/>
        </a:xfrm>
        <a:prstGeom prst="rightArrow">
          <a:avLst>
            <a:gd name="adj1" fmla="val 5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254000" bIns="17379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rPr>
            <a:t>Pre-sale</a:t>
          </a:r>
          <a:endParaRPr lang="zh-TW" altLang="en-US" sz="24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865057"/>
        <a:ext cx="7243541" cy="547398"/>
      </dsp:txXfrm>
    </dsp:sp>
    <dsp:sp modelId="{24AFEBC8-338E-438B-9D7A-66828D7352E5}">
      <dsp:nvSpPr>
        <dsp:cNvPr id="0" name=""/>
        <dsp:cNvSpPr/>
      </dsp:nvSpPr>
      <dsp:spPr>
        <a:xfrm>
          <a:off x="21799" y="1394396"/>
          <a:ext cx="2315309" cy="21089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PM</a:t>
          </a:r>
        </a:p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Sales</a:t>
          </a:r>
        </a:p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Jamf </a:t>
          </a:r>
          <a:r>
            <a:rPr lang="zh-TW" altLang="en-US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原廠</a:t>
          </a:r>
          <a:endParaRPr lang="en-US" altLang="zh-TW" sz="3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799" y="1394396"/>
        <a:ext cx="2315309" cy="2108981"/>
      </dsp:txXfrm>
    </dsp:sp>
    <dsp:sp modelId="{8237DE25-5D9A-46B9-A11B-D3792238ED7D}">
      <dsp:nvSpPr>
        <dsp:cNvPr id="0" name=""/>
        <dsp:cNvSpPr/>
      </dsp:nvSpPr>
      <dsp:spPr>
        <a:xfrm>
          <a:off x="2337109" y="915082"/>
          <a:ext cx="5201930" cy="1094796"/>
        </a:xfrm>
        <a:prstGeom prst="rightArrow">
          <a:avLst>
            <a:gd name="adj1" fmla="val 50000"/>
            <a:gd name="adj2" fmla="val 50000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254000" bIns="17379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POC</a:t>
          </a:r>
          <a:endParaRPr lang="zh-TW" alt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37109" y="1188781"/>
        <a:ext cx="4928231" cy="547398"/>
      </dsp:txXfrm>
    </dsp:sp>
    <dsp:sp modelId="{77EAF112-95E0-4086-8660-51F90D039614}">
      <dsp:nvSpPr>
        <dsp:cNvPr id="0" name=""/>
        <dsp:cNvSpPr/>
      </dsp:nvSpPr>
      <dsp:spPr>
        <a:xfrm>
          <a:off x="2337109" y="1759328"/>
          <a:ext cx="2315309" cy="21089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Jamf </a:t>
          </a:r>
          <a:r>
            <a:rPr lang="zh-TW" altLang="en-US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原廠</a:t>
          </a:r>
          <a:endParaRPr lang="en-US" altLang="zh-TW" sz="3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William</a:t>
          </a:r>
        </a:p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Denny</a:t>
          </a:r>
          <a:endParaRPr lang="zh-TW" altLang="en-US" sz="3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37109" y="1759328"/>
        <a:ext cx="2315309" cy="2108981"/>
      </dsp:txXfrm>
    </dsp:sp>
    <dsp:sp modelId="{375199CE-4BE5-41D2-9241-72B58943290B}">
      <dsp:nvSpPr>
        <dsp:cNvPr id="0" name=""/>
        <dsp:cNvSpPr/>
      </dsp:nvSpPr>
      <dsp:spPr>
        <a:xfrm>
          <a:off x="4652419" y="1280014"/>
          <a:ext cx="2886620" cy="1094796"/>
        </a:xfrm>
        <a:prstGeom prst="rightArrow">
          <a:avLst>
            <a:gd name="adj1" fmla="val 50000"/>
            <a:gd name="adj2" fmla="val 5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254000" bIns="17379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After Services</a:t>
          </a:r>
          <a:endParaRPr lang="zh-TW" alt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52419" y="1553713"/>
        <a:ext cx="2612921" cy="547398"/>
      </dsp:txXfrm>
    </dsp:sp>
    <dsp:sp modelId="{8AEA10A1-4D5F-4A5D-B2D7-5954BD66A279}">
      <dsp:nvSpPr>
        <dsp:cNvPr id="0" name=""/>
        <dsp:cNvSpPr/>
      </dsp:nvSpPr>
      <dsp:spPr>
        <a:xfrm>
          <a:off x="4652419" y="2124261"/>
          <a:ext cx="2315309" cy="207811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William</a:t>
          </a:r>
        </a:p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Denny</a:t>
          </a:r>
          <a:endParaRPr lang="zh-TW" altLang="en-US" sz="3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52419" y="2124261"/>
        <a:ext cx="2315309" cy="20781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FA1FF3-ED8A-4C86-BD6D-431756619D61}">
      <dsp:nvSpPr>
        <dsp:cNvPr id="0" name=""/>
        <dsp:cNvSpPr/>
      </dsp:nvSpPr>
      <dsp:spPr>
        <a:xfrm>
          <a:off x="0" y="155283"/>
          <a:ext cx="7776864" cy="40306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300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Apex One Server / WFBS-Std Server </a:t>
          </a:r>
          <a:r>
            <a:rPr lang="zh-TW" altLang="en-US" sz="1300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安裝建置</a:t>
          </a:r>
        </a:p>
      </dsp:txBody>
      <dsp:txXfrm>
        <a:off x="19676" y="174959"/>
        <a:ext cx="7737512" cy="363712"/>
      </dsp:txXfrm>
    </dsp:sp>
    <dsp:sp modelId="{1954A344-98DA-403A-A6D3-B2D00BF473F5}">
      <dsp:nvSpPr>
        <dsp:cNvPr id="0" name=""/>
        <dsp:cNvSpPr/>
      </dsp:nvSpPr>
      <dsp:spPr>
        <a:xfrm>
          <a:off x="0" y="558348"/>
          <a:ext cx="7776864" cy="242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915" tIns="16510" rIns="92456" bIns="165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TW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$12,000</a:t>
          </a:r>
          <a:r>
            <a:rPr lang="zh-TW" altLang="en-US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 </a:t>
          </a:r>
          <a:r>
            <a:rPr lang="en-US" altLang="zh-TW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/</a:t>
          </a:r>
          <a:r>
            <a:rPr lang="zh-TW" altLang="en-US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台 </a:t>
          </a:r>
          <a:r>
            <a:rPr lang="en-US" altLang="zh-TW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sz="1000" b="1" kern="1200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sp:txBody>
      <dsp:txXfrm>
        <a:off x="0" y="558348"/>
        <a:ext cx="7776864" cy="242190"/>
      </dsp:txXfrm>
    </dsp:sp>
    <dsp:sp modelId="{4A57731E-8C0F-45F4-B0FC-323F97E81908}">
      <dsp:nvSpPr>
        <dsp:cNvPr id="0" name=""/>
        <dsp:cNvSpPr/>
      </dsp:nvSpPr>
      <dsp:spPr>
        <a:xfrm>
          <a:off x="0" y="800538"/>
          <a:ext cx="7776864" cy="40306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300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Apex </a:t>
          </a:r>
          <a:r>
            <a:rPr lang="en-US" altLang="zh-TW" sz="1300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Central </a:t>
          </a:r>
          <a:r>
            <a:rPr lang="zh-TW" altLang="en-US" sz="1300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安裝建置</a:t>
          </a:r>
        </a:p>
      </dsp:txBody>
      <dsp:txXfrm>
        <a:off x="19676" y="820214"/>
        <a:ext cx="7737512" cy="363712"/>
      </dsp:txXfrm>
    </dsp:sp>
    <dsp:sp modelId="{35B137F7-EF04-4E0A-A1A3-33E9699848F7}">
      <dsp:nvSpPr>
        <dsp:cNvPr id="0" name=""/>
        <dsp:cNvSpPr/>
      </dsp:nvSpPr>
      <dsp:spPr>
        <a:xfrm>
          <a:off x="0" y="1203603"/>
          <a:ext cx="7776864" cy="242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915" tIns="16510" rIns="92456" bIns="165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$12,000 /</a:t>
          </a:r>
          <a:r>
            <a:rPr lang="zh-TW" altLang="en-US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台 </a:t>
          </a:r>
          <a:r>
            <a:rPr lang="en-US" altLang="zh-TW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sz="1000" b="1" kern="1200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sp:txBody>
      <dsp:txXfrm>
        <a:off x="0" y="1203603"/>
        <a:ext cx="7776864" cy="242190"/>
      </dsp:txXfrm>
    </dsp:sp>
    <dsp:sp modelId="{69680116-2EFB-4632-9799-27287DDA20CB}">
      <dsp:nvSpPr>
        <dsp:cNvPr id="0" name=""/>
        <dsp:cNvSpPr/>
      </dsp:nvSpPr>
      <dsp:spPr>
        <a:xfrm>
          <a:off x="0" y="1445793"/>
          <a:ext cx="7776864" cy="40306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300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Apex One On-Premises</a:t>
          </a:r>
          <a:r>
            <a:rPr lang="zh-TW" altLang="en-US" sz="1300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 環境建置</a:t>
          </a:r>
        </a:p>
      </dsp:txBody>
      <dsp:txXfrm>
        <a:off x="19676" y="1465469"/>
        <a:ext cx="7737512" cy="363712"/>
      </dsp:txXfrm>
    </dsp:sp>
    <dsp:sp modelId="{1E89882A-96EA-40F9-9838-D833997BC2F5}">
      <dsp:nvSpPr>
        <dsp:cNvPr id="0" name=""/>
        <dsp:cNvSpPr/>
      </dsp:nvSpPr>
      <dsp:spPr>
        <a:xfrm>
          <a:off x="0" y="1848858"/>
          <a:ext cx="7776864" cy="242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915" tIns="16510" rIns="92456" bIns="165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$20,000</a:t>
          </a:r>
          <a:r>
            <a:rPr lang="zh-TW" altLang="en-US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 </a:t>
          </a:r>
          <a:r>
            <a:rPr lang="en-US" altLang="en-US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/</a:t>
          </a:r>
          <a:r>
            <a:rPr lang="zh-TW" altLang="en-US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各一台主機 </a:t>
          </a:r>
          <a:r>
            <a:rPr lang="en-US" altLang="zh-TW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sz="1000" b="1" kern="1200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sp:txBody>
      <dsp:txXfrm>
        <a:off x="0" y="1848858"/>
        <a:ext cx="7776864" cy="242190"/>
      </dsp:txXfrm>
    </dsp:sp>
    <dsp:sp modelId="{1A44A335-8E60-47E9-A521-9E6D2630B2CE}">
      <dsp:nvSpPr>
        <dsp:cNvPr id="0" name=""/>
        <dsp:cNvSpPr/>
      </dsp:nvSpPr>
      <dsp:spPr>
        <a:xfrm>
          <a:off x="0" y="2091048"/>
          <a:ext cx="7776864" cy="40306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300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Deep Security Manager </a:t>
          </a:r>
          <a:r>
            <a:rPr lang="zh-TW" altLang="en-US" sz="1300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安裝建置</a:t>
          </a:r>
        </a:p>
      </dsp:txBody>
      <dsp:txXfrm>
        <a:off x="19676" y="2110724"/>
        <a:ext cx="7737512" cy="363712"/>
      </dsp:txXfrm>
    </dsp:sp>
    <dsp:sp modelId="{0B057A2F-2B59-4250-8B8C-6BC4F05B8C7B}">
      <dsp:nvSpPr>
        <dsp:cNvPr id="0" name=""/>
        <dsp:cNvSpPr/>
      </dsp:nvSpPr>
      <dsp:spPr>
        <a:xfrm>
          <a:off x="0" y="2494113"/>
          <a:ext cx="7776864" cy="242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915" tIns="16510" rIns="92456" bIns="165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$12,000 /</a:t>
          </a:r>
          <a:r>
            <a:rPr lang="zh-TW" altLang="en-US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台 </a:t>
          </a:r>
          <a:r>
            <a:rPr lang="en-US" altLang="zh-TW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sz="1000" b="1" kern="1200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sp:txBody>
      <dsp:txXfrm>
        <a:off x="0" y="2494113"/>
        <a:ext cx="7776864" cy="242190"/>
      </dsp:txXfrm>
    </dsp:sp>
    <dsp:sp modelId="{11217976-CE1A-4609-A982-494125FBEB78}">
      <dsp:nvSpPr>
        <dsp:cNvPr id="0" name=""/>
        <dsp:cNvSpPr/>
      </dsp:nvSpPr>
      <dsp:spPr>
        <a:xfrm>
          <a:off x="0" y="2736303"/>
          <a:ext cx="7776864" cy="40306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300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Apex One as a Service </a:t>
          </a:r>
          <a:r>
            <a:rPr lang="zh-TW" altLang="en-US" sz="1300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環境建置</a:t>
          </a:r>
        </a:p>
      </dsp:txBody>
      <dsp:txXfrm>
        <a:off x="19676" y="2755979"/>
        <a:ext cx="7737512" cy="363712"/>
      </dsp:txXfrm>
    </dsp:sp>
    <dsp:sp modelId="{18AB1BB7-33CB-40A1-B9F5-C71BB4D52F3B}">
      <dsp:nvSpPr>
        <dsp:cNvPr id="0" name=""/>
        <dsp:cNvSpPr/>
      </dsp:nvSpPr>
      <dsp:spPr>
        <a:xfrm>
          <a:off x="0" y="3139369"/>
          <a:ext cx="7776864" cy="242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915" tIns="16510" rIns="92456" bIns="165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TW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$9,000 /</a:t>
          </a:r>
          <a:r>
            <a:rPr lang="zh-TW" altLang="en-US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次 </a:t>
          </a:r>
          <a:r>
            <a:rPr lang="en-US" altLang="zh-TW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sz="1000" b="1" kern="1200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sp:txBody>
      <dsp:txXfrm>
        <a:off x="0" y="3139369"/>
        <a:ext cx="7776864" cy="242190"/>
      </dsp:txXfrm>
    </dsp:sp>
    <dsp:sp modelId="{874FB68E-2E65-4113-82A7-F2A595B7ABB1}">
      <dsp:nvSpPr>
        <dsp:cNvPr id="0" name=""/>
        <dsp:cNvSpPr/>
      </dsp:nvSpPr>
      <dsp:spPr>
        <a:xfrm>
          <a:off x="0" y="3381559"/>
          <a:ext cx="7776864" cy="40306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300" b="1" kern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Apex One </a:t>
          </a:r>
          <a:r>
            <a:rPr lang="zh-TW" altLang="en-US" sz="1300" b="1" kern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教育訓練</a:t>
          </a:r>
          <a:endParaRPr lang="zh-TW" altLang="en-US" sz="1300" b="1" kern="1200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sp:txBody>
      <dsp:txXfrm>
        <a:off x="19676" y="3401235"/>
        <a:ext cx="7737512" cy="363712"/>
      </dsp:txXfrm>
    </dsp:sp>
    <dsp:sp modelId="{E10F2F03-4A5F-4C8F-A856-46AD039E64AB}">
      <dsp:nvSpPr>
        <dsp:cNvPr id="0" name=""/>
        <dsp:cNvSpPr/>
      </dsp:nvSpPr>
      <dsp:spPr>
        <a:xfrm>
          <a:off x="0" y="3784624"/>
          <a:ext cx="7776864" cy="242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915" tIns="16510" rIns="92456" bIns="165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TW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$9,000 / 3~4 </a:t>
          </a:r>
          <a:r>
            <a:rPr lang="en-US" altLang="zh-TW" sz="1000" b="1" kern="1200" dirty="0" err="1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hrs</a:t>
          </a:r>
          <a:r>
            <a:rPr lang="zh-TW" altLang="en-US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 </a:t>
          </a:r>
          <a:r>
            <a:rPr lang="en-US" altLang="zh-TW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sz="1000" b="1" kern="1200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sp:txBody>
      <dsp:txXfrm>
        <a:off x="0" y="3784624"/>
        <a:ext cx="7776864" cy="242190"/>
      </dsp:txXfrm>
    </dsp:sp>
    <dsp:sp modelId="{4CE64A6A-D866-4DAA-8331-9B48F54AC8DD}">
      <dsp:nvSpPr>
        <dsp:cNvPr id="0" name=""/>
        <dsp:cNvSpPr/>
      </dsp:nvSpPr>
      <dsp:spPr>
        <a:xfrm>
          <a:off x="0" y="4026814"/>
          <a:ext cx="7776864" cy="40306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300" b="1" kern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Apex Central / Apex One SaaS </a:t>
          </a:r>
          <a:r>
            <a:rPr lang="zh-TW" altLang="en-US" sz="1300" b="1" kern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教育訓練</a:t>
          </a:r>
          <a:endParaRPr lang="zh-TW" altLang="en-US" sz="1300" b="1" kern="1200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sp:txBody>
      <dsp:txXfrm>
        <a:off x="19676" y="4046490"/>
        <a:ext cx="7737512" cy="363712"/>
      </dsp:txXfrm>
    </dsp:sp>
    <dsp:sp modelId="{7B3FF9AD-CD6E-4B48-8373-C3346B705EAB}">
      <dsp:nvSpPr>
        <dsp:cNvPr id="0" name=""/>
        <dsp:cNvSpPr/>
      </dsp:nvSpPr>
      <dsp:spPr>
        <a:xfrm>
          <a:off x="0" y="4429879"/>
          <a:ext cx="7776864" cy="242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915" tIns="16510" rIns="92456" bIns="165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TW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$6,000 / 2~3 </a:t>
          </a:r>
          <a:r>
            <a:rPr lang="en-US" altLang="zh-TW" sz="1000" b="1" kern="1200" dirty="0" err="1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hrs</a:t>
          </a:r>
          <a:r>
            <a:rPr lang="zh-TW" altLang="en-US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 </a:t>
          </a:r>
          <a:r>
            <a:rPr lang="en-US" altLang="zh-TW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sz="1000" b="1" kern="1200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sp:txBody>
      <dsp:txXfrm>
        <a:off x="0" y="4429879"/>
        <a:ext cx="7776864" cy="242190"/>
      </dsp:txXfrm>
    </dsp:sp>
    <dsp:sp modelId="{7CADA56A-0AD5-4F22-B00B-EC21FC3696E5}">
      <dsp:nvSpPr>
        <dsp:cNvPr id="0" name=""/>
        <dsp:cNvSpPr/>
      </dsp:nvSpPr>
      <dsp:spPr>
        <a:xfrm>
          <a:off x="0" y="4672069"/>
          <a:ext cx="7776864" cy="40306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300" b="1" kern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Security Agent </a:t>
          </a:r>
          <a:r>
            <a:rPr lang="zh-TW" altLang="en-US" sz="1300" b="1" kern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安裝</a:t>
          </a:r>
          <a:endParaRPr lang="zh-TW" altLang="en-US" sz="1300" b="1" kern="1200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sp:txBody>
      <dsp:txXfrm>
        <a:off x="19676" y="4691745"/>
        <a:ext cx="7737512" cy="363712"/>
      </dsp:txXfrm>
    </dsp:sp>
    <dsp:sp modelId="{EB070B69-688F-4275-812A-71D29F164889}">
      <dsp:nvSpPr>
        <dsp:cNvPr id="0" name=""/>
        <dsp:cNvSpPr/>
      </dsp:nvSpPr>
      <dsp:spPr>
        <a:xfrm>
          <a:off x="0" y="5075134"/>
          <a:ext cx="7776864" cy="242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915" tIns="16510" rIns="92456" bIns="165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TW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$900 / </a:t>
          </a:r>
          <a:r>
            <a:rPr lang="zh-TW" altLang="en-US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台 </a:t>
          </a:r>
          <a:r>
            <a:rPr lang="en-US" altLang="zh-TW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sz="10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sz="1000" kern="1200" dirty="0"/>
        </a:p>
      </dsp:txBody>
      <dsp:txXfrm>
        <a:off x="0" y="5075134"/>
        <a:ext cx="7776864" cy="24219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FA1FF3-ED8A-4C86-BD6D-431756619D61}">
      <dsp:nvSpPr>
        <dsp:cNvPr id="0" name=""/>
        <dsp:cNvSpPr/>
      </dsp:nvSpPr>
      <dsp:spPr>
        <a:xfrm>
          <a:off x="0" y="84102"/>
          <a:ext cx="7776864" cy="47055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Jamf Pro MDM iOS onboarding</a:t>
          </a:r>
          <a:endParaRPr lang="zh-TW" altLang="en-US" sz="1500" kern="1200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sp:txBody>
      <dsp:txXfrm>
        <a:off x="22971" y="107073"/>
        <a:ext cx="7730922" cy="424617"/>
      </dsp:txXfrm>
    </dsp:sp>
    <dsp:sp modelId="{1954A344-98DA-403A-A6D3-B2D00BF473F5}">
      <dsp:nvSpPr>
        <dsp:cNvPr id="0" name=""/>
        <dsp:cNvSpPr/>
      </dsp:nvSpPr>
      <dsp:spPr>
        <a:xfrm>
          <a:off x="0" y="554661"/>
          <a:ext cx="7776864" cy="287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915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TW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$40,000 /4hrs</a:t>
          </a:r>
          <a:r>
            <a:rPr lang="zh-TW" altLang="en-US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 </a:t>
          </a:r>
          <a:r>
            <a:rPr lang="en-US" altLang="zh-TW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sz="1200" b="1" kern="1200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sp:txBody>
      <dsp:txXfrm>
        <a:off x="0" y="554661"/>
        <a:ext cx="7776864" cy="287212"/>
      </dsp:txXfrm>
    </dsp:sp>
    <dsp:sp modelId="{4A57731E-8C0F-45F4-B0FC-323F97E81908}">
      <dsp:nvSpPr>
        <dsp:cNvPr id="0" name=""/>
        <dsp:cNvSpPr/>
      </dsp:nvSpPr>
      <dsp:spPr>
        <a:xfrm>
          <a:off x="0" y="841874"/>
          <a:ext cx="7776864" cy="47055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iOS/iPadOS </a:t>
          </a:r>
          <a:r>
            <a:rPr lang="zh-TW" altLang="en-US" sz="1500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維護服務</a:t>
          </a:r>
        </a:p>
      </dsp:txBody>
      <dsp:txXfrm>
        <a:off x="22971" y="864845"/>
        <a:ext cx="7730922" cy="424617"/>
      </dsp:txXfrm>
    </dsp:sp>
    <dsp:sp modelId="{35B137F7-EF04-4E0A-A1A3-33E9699848F7}">
      <dsp:nvSpPr>
        <dsp:cNvPr id="0" name=""/>
        <dsp:cNvSpPr/>
      </dsp:nvSpPr>
      <dsp:spPr>
        <a:xfrm>
          <a:off x="0" y="1312433"/>
          <a:ext cx="7776864" cy="287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915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$30,000</a:t>
          </a:r>
          <a:r>
            <a:rPr lang="zh-TW" altLang="en-US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 </a:t>
          </a:r>
          <a:r>
            <a:rPr lang="en-US" altLang="en-US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~</a:t>
          </a:r>
          <a:r>
            <a:rPr lang="zh-TW" altLang="en-US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 </a:t>
          </a:r>
          <a:r>
            <a:rPr lang="en-US" altLang="en-US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60,000</a:t>
          </a:r>
          <a:r>
            <a:rPr lang="zh-TW" altLang="en-US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 </a:t>
          </a:r>
          <a:r>
            <a:rPr lang="en-US" altLang="en-US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/</a:t>
          </a:r>
          <a:r>
            <a:rPr lang="zh-TW" altLang="en-US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六個月 </a:t>
          </a:r>
          <a:r>
            <a:rPr lang="en-US" altLang="zh-TW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sz="1200" b="1" kern="1200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sp:txBody>
      <dsp:txXfrm>
        <a:off x="0" y="1312433"/>
        <a:ext cx="7776864" cy="287212"/>
      </dsp:txXfrm>
    </dsp:sp>
    <dsp:sp modelId="{69680116-2EFB-4632-9799-27287DDA20CB}">
      <dsp:nvSpPr>
        <dsp:cNvPr id="0" name=""/>
        <dsp:cNvSpPr/>
      </dsp:nvSpPr>
      <dsp:spPr>
        <a:xfrm>
          <a:off x="0" y="1599646"/>
          <a:ext cx="7776864" cy="47055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macOS </a:t>
          </a:r>
          <a:r>
            <a:rPr lang="zh-TW" altLang="en-US" sz="1500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維護服務</a:t>
          </a:r>
        </a:p>
      </dsp:txBody>
      <dsp:txXfrm>
        <a:off x="22971" y="1622617"/>
        <a:ext cx="7730922" cy="424617"/>
      </dsp:txXfrm>
    </dsp:sp>
    <dsp:sp modelId="{1E89882A-96EA-40F9-9838-D833997BC2F5}">
      <dsp:nvSpPr>
        <dsp:cNvPr id="0" name=""/>
        <dsp:cNvSpPr/>
      </dsp:nvSpPr>
      <dsp:spPr>
        <a:xfrm>
          <a:off x="0" y="2070205"/>
          <a:ext cx="7776864" cy="287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915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</a:t>
          </a:r>
          <a:r>
            <a:rPr lang="en-US" altLang="zh-TW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4</a:t>
          </a:r>
          <a:r>
            <a:rPr lang="en-US" altLang="en-US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0,000</a:t>
          </a:r>
          <a:r>
            <a:rPr lang="zh-TW" altLang="en-US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 </a:t>
          </a:r>
          <a:r>
            <a:rPr lang="en-US" altLang="en-US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~</a:t>
          </a:r>
          <a:r>
            <a:rPr lang="zh-TW" altLang="en-US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 </a:t>
          </a:r>
          <a:r>
            <a:rPr lang="en-US" altLang="zh-TW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8</a:t>
          </a:r>
          <a:r>
            <a:rPr lang="en-US" altLang="en-US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0,000</a:t>
          </a:r>
          <a:r>
            <a:rPr lang="zh-TW" altLang="en-US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 </a:t>
          </a:r>
          <a:r>
            <a:rPr lang="en-US" altLang="en-US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/</a:t>
          </a:r>
          <a:r>
            <a:rPr lang="zh-TW" altLang="en-US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六個月 </a:t>
          </a:r>
          <a:r>
            <a:rPr lang="en-US" altLang="zh-TW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sz="1200" b="1" kern="1200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sp:txBody>
      <dsp:txXfrm>
        <a:off x="0" y="2070205"/>
        <a:ext cx="7776864" cy="287212"/>
      </dsp:txXfrm>
    </dsp:sp>
    <dsp:sp modelId="{1A44A335-8E60-47E9-A521-9E6D2630B2CE}">
      <dsp:nvSpPr>
        <dsp:cNvPr id="0" name=""/>
        <dsp:cNvSpPr/>
      </dsp:nvSpPr>
      <dsp:spPr>
        <a:xfrm>
          <a:off x="0" y="2357418"/>
          <a:ext cx="7776864" cy="47055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500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手動 </a:t>
          </a:r>
          <a:r>
            <a:rPr lang="en-US" altLang="zh-TW" sz="1500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ADE</a:t>
          </a:r>
          <a:r>
            <a:rPr lang="zh-TW" altLang="en-US" sz="1500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處理</a:t>
          </a:r>
        </a:p>
      </dsp:txBody>
      <dsp:txXfrm>
        <a:off x="22971" y="2380389"/>
        <a:ext cx="7730922" cy="424617"/>
      </dsp:txXfrm>
    </dsp:sp>
    <dsp:sp modelId="{0B057A2F-2B59-4250-8B8C-6BC4F05B8C7B}">
      <dsp:nvSpPr>
        <dsp:cNvPr id="0" name=""/>
        <dsp:cNvSpPr/>
      </dsp:nvSpPr>
      <dsp:spPr>
        <a:xfrm>
          <a:off x="0" y="2827977"/>
          <a:ext cx="7776864" cy="287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915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TW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$500/</a:t>
          </a:r>
          <a:r>
            <a:rPr lang="zh-TW" altLang="en-US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台 </a:t>
          </a:r>
          <a:r>
            <a:rPr lang="en-US" altLang="zh-TW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sz="1200" b="1" kern="1200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sp:txBody>
      <dsp:txXfrm>
        <a:off x="0" y="2827977"/>
        <a:ext cx="7776864" cy="287212"/>
      </dsp:txXfrm>
    </dsp:sp>
    <dsp:sp modelId="{11217976-CE1A-4609-A982-494125FBEB78}">
      <dsp:nvSpPr>
        <dsp:cNvPr id="0" name=""/>
        <dsp:cNvSpPr/>
      </dsp:nvSpPr>
      <dsp:spPr>
        <a:xfrm>
          <a:off x="0" y="3115189"/>
          <a:ext cx="7776864" cy="47055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Jamf Pro </a:t>
          </a:r>
          <a:r>
            <a:rPr lang="zh-TW" altLang="en-US" sz="1500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一定性維護服務</a:t>
          </a:r>
        </a:p>
      </dsp:txBody>
      <dsp:txXfrm>
        <a:off x="22971" y="3138160"/>
        <a:ext cx="7730922" cy="424617"/>
      </dsp:txXfrm>
    </dsp:sp>
    <dsp:sp modelId="{18AB1BB7-33CB-40A1-B9F5-C71BB4D52F3B}">
      <dsp:nvSpPr>
        <dsp:cNvPr id="0" name=""/>
        <dsp:cNvSpPr/>
      </dsp:nvSpPr>
      <dsp:spPr>
        <a:xfrm>
          <a:off x="0" y="3585749"/>
          <a:ext cx="7776864" cy="287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915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TW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$8,000 /</a:t>
          </a:r>
          <a:r>
            <a:rPr lang="zh-TW" altLang="en-US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次 </a:t>
          </a:r>
          <a:r>
            <a:rPr lang="en-US" altLang="zh-TW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sz="1200" b="1" kern="1200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sp:txBody>
      <dsp:txXfrm>
        <a:off x="0" y="3585749"/>
        <a:ext cx="7776864" cy="287212"/>
      </dsp:txXfrm>
    </dsp:sp>
    <dsp:sp modelId="{874FB68E-2E65-4113-82A7-F2A595B7ABB1}">
      <dsp:nvSpPr>
        <dsp:cNvPr id="0" name=""/>
        <dsp:cNvSpPr/>
      </dsp:nvSpPr>
      <dsp:spPr>
        <a:xfrm>
          <a:off x="0" y="3872961"/>
          <a:ext cx="7776864" cy="47055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500" b="1" kern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Jamf Pro MDM</a:t>
          </a:r>
          <a:r>
            <a:rPr lang="zh-TW" altLang="en-US" sz="1500" b="1" kern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 </a:t>
          </a:r>
          <a:r>
            <a:rPr lang="en-US" altLang="zh-TW" sz="1500" b="1" kern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iOS </a:t>
          </a:r>
          <a:r>
            <a:rPr lang="zh-TW" altLang="en-US" sz="1500" b="1" kern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教育訓練</a:t>
          </a:r>
          <a:endParaRPr lang="zh-TW" altLang="en-US" sz="1500" b="1" kern="1200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sp:txBody>
      <dsp:txXfrm>
        <a:off x="22971" y="3895932"/>
        <a:ext cx="7730922" cy="424617"/>
      </dsp:txXfrm>
    </dsp:sp>
    <dsp:sp modelId="{E10F2F03-4A5F-4C8F-A856-46AD039E64AB}">
      <dsp:nvSpPr>
        <dsp:cNvPr id="0" name=""/>
        <dsp:cNvSpPr/>
      </dsp:nvSpPr>
      <dsp:spPr>
        <a:xfrm>
          <a:off x="0" y="4343521"/>
          <a:ext cx="7776864" cy="287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915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TW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$20,000 / 4~6hrs</a:t>
          </a:r>
          <a:r>
            <a:rPr lang="zh-TW" altLang="en-US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 </a:t>
          </a:r>
          <a:r>
            <a:rPr lang="en-US" altLang="zh-TW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sz="1200" b="1" kern="1200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sp:txBody>
      <dsp:txXfrm>
        <a:off x="0" y="4343521"/>
        <a:ext cx="7776864" cy="287212"/>
      </dsp:txXfrm>
    </dsp:sp>
    <dsp:sp modelId="{4CE64A6A-D866-4DAA-8331-9B48F54AC8DD}">
      <dsp:nvSpPr>
        <dsp:cNvPr id="0" name=""/>
        <dsp:cNvSpPr/>
      </dsp:nvSpPr>
      <dsp:spPr>
        <a:xfrm>
          <a:off x="0" y="4630733"/>
          <a:ext cx="7776864" cy="47055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500" b="1" kern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Jamf Pro MDM</a:t>
          </a:r>
          <a:r>
            <a:rPr lang="zh-TW" altLang="en-US" sz="1500" b="1" kern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 </a:t>
          </a:r>
          <a:r>
            <a:rPr lang="en-US" altLang="zh-TW" sz="1500" b="1" kern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macOS </a:t>
          </a:r>
          <a:r>
            <a:rPr lang="zh-TW" altLang="en-US" sz="1500" b="1" kern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教育訓練</a:t>
          </a:r>
          <a:endParaRPr lang="zh-TW" altLang="en-US" sz="1500" b="1" kern="1200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sp:txBody>
      <dsp:txXfrm>
        <a:off x="22971" y="4653704"/>
        <a:ext cx="7730922" cy="424617"/>
      </dsp:txXfrm>
    </dsp:sp>
    <dsp:sp modelId="{7B3FF9AD-CD6E-4B48-8373-C3346B705EAB}">
      <dsp:nvSpPr>
        <dsp:cNvPr id="0" name=""/>
        <dsp:cNvSpPr/>
      </dsp:nvSpPr>
      <dsp:spPr>
        <a:xfrm>
          <a:off x="0" y="5101293"/>
          <a:ext cx="7776864" cy="287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915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TW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$30,000 / 4~6hrs</a:t>
          </a:r>
          <a:r>
            <a:rPr lang="zh-TW" altLang="en-US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 </a:t>
          </a:r>
          <a:r>
            <a:rPr lang="en-US" altLang="zh-TW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(</a:t>
          </a:r>
          <a:r>
            <a:rPr lang="zh-TW" altLang="en-US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未稅</a:t>
          </a:r>
          <a:r>
            <a:rPr lang="en-US" altLang="zh-TW" sz="12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rPr>
            <a:t>)</a:t>
          </a:r>
          <a:endParaRPr lang="zh-TW" altLang="en-US" sz="1200" b="1" kern="1200" dirty="0">
            <a:latin typeface="Times New Roman" panose="02020603050405020304" pitchFamily="18" charset="0"/>
            <a:ea typeface="微軟正黑體" panose="020B0604030504040204" pitchFamily="34" charset="-120"/>
            <a:cs typeface="Times New Roman" panose="02020603050405020304" pitchFamily="18" charset="0"/>
          </a:endParaRPr>
        </a:p>
      </dsp:txBody>
      <dsp:txXfrm>
        <a:off x="0" y="5101293"/>
        <a:ext cx="7776864" cy="2872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IncreasingArrowsProcess">
  <dgm:title val=""/>
  <dgm:desc val=""/>
  <dgm:catLst>
    <dgm:cat type="process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 val="5"/>
      <dgm:chPref val="5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axis="ch ch" ptType="node node" func="cnt" op="equ" val="0">
            <dgm:alg type="composite">
              <dgm:param type="ar" val="6.8662"/>
            </dgm:alg>
            <dgm:choose name="Name5">
              <dgm:if name="Name6" func="var" arg="dir" op="equ" val="norm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if>
              <dgm:else name="Name7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else>
            </dgm:choose>
          </dgm:if>
          <dgm:else name="Name8">
            <dgm:alg type="composite">
              <dgm:param type="ar" val="1.9864"/>
            </dgm:alg>
            <dgm:choose name="Name9">
              <dgm:if name="Name1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if>
              <dgm:else name="Name1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.076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axis="ch ch" ptType="node node" func="cnt" op="equ" val="0">
            <dgm:alg type="composite">
              <dgm:param type="ar" val="5.1498"/>
            </dgm:alg>
            <dgm:choose name="Name15">
              <dgm:if name="Name1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.462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if>
              <dgm:else name="Name1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else>
            </dgm:choose>
          </dgm:if>
          <dgm:else name="Name18">
            <dgm:alg type="composite">
              <dgm:param type="ar" val="2.0563"/>
            </dgm:alg>
            <dgm:choose name="Name19">
              <dgm:if name="Name2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.462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462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if>
              <dgm:else name="Name2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.538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076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axis="ch ch" ptType="node node" func="cnt" op="equ" val="0">
            <dgm:alg type="composite">
              <dgm:param type="ar" val="4.1198"/>
            </dgm:alg>
            <dgm:choose name="Name25">
              <dgm:if name="Name2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.308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.616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if>
              <dgm:else name="Name2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else>
            </dgm:choose>
          </dgm:if>
          <dgm:else name="Name28">
            <dgm:alg type="composite">
              <dgm:param type="ar" val="2.0702"/>
            </dgm:alg>
            <dgm:choose name="Name29">
              <dgm:if name="Name3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08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61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.308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.616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if>
              <dgm:else name="Name3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.692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84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07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axis="ch ch" ptType="node node" func="cnt" op="equ" val="0">
            <dgm:alg type="composite">
              <dgm:param type="ar" val="3.435"/>
            </dgm:alg>
            <dgm:choose name="Name35">
              <dgm:if name="Name3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.2305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.461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.6915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if>
              <dgm:else name="Name3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else>
            </dgm:choose>
          </dgm:if>
          <dgm:else name="Name38">
            <dgm:alg type="composite">
              <dgm:param type="ar" val="1.9377"/>
            </dgm:alg>
            <dgm:choose name="Name39">
              <dgm:if name="Name4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2305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461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6915"/>
                  <dgm:constr type="t" for="ch" forName="childText4" refType="h" fact="0.5"/>
                  <dgm:constr type="w" for="ch" forName="childText4" refType="w" fact="0.232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.2305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.461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.6915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if>
              <dgm:else name="Name4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.7695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539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3085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076"/>
                  <dgm:constr type="t" for="ch" forName="childText4" refType="h" fact="0.5"/>
                  <dgm:constr type="w" for="ch" forName="childText4" refType="w" fact="0.234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else>
            </dgm:choose>
          </dgm:else>
        </dgm:choose>
      </dgm:if>
      <dgm:else name="Name42">
        <dgm:choose name="Name43">
          <dgm:if name="Name44" axis="ch ch" ptType="node node" func="cnt" op="equ" val="0">
            <dgm:alg type="composite">
              <dgm:param type="ar" val="2.9463"/>
            </dgm:alg>
            <dgm:choose name="Name45">
              <dgm:if name="Name4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.1848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.3696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.5545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.7393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if>
              <dgm:else name="Name4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else>
            </dgm:choose>
          </dgm:if>
          <dgm:else name="Name48">
            <dgm:alg type="composite">
              <dgm:param type="ar" val="1.7837"/>
            </dgm:alg>
            <dgm:choose name="Name49">
              <dgm:if name="Name5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1848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3696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5545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7393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.1848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.3696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.5545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.7393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if>
              <dgm:else name="Name5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.81518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63036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44554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26072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0759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else>
            </dgm:choose>
          </dgm:else>
        </dgm:choose>
      </dgm:else>
    </dgm:choose>
    <dgm:forEach name="Name52" axis="ch" ptType="node" cnt="1">
      <dgm:layoutNode name="parentText1" styleLbl="node1">
        <dgm:varLst>
          <dgm:chMax/>
          <dgm:chPref val="3"/>
          <dgm:bulletEnabled val="1"/>
        </dgm:varLst>
        <dgm:choose name="Name53">
          <dgm:if name="Name54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55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56">
        <dgm:if name="Name57" axis="ch" ptType="node" func="cnt" op="gte" val="1">
          <dgm:layoutNode name="childText1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8"/>
      </dgm:choose>
    </dgm:forEach>
    <dgm:forEach name="Name59" axis="ch" ptType="node" st="2" cnt="1">
      <dgm:layoutNode name="parentText2" styleLbl="node1">
        <dgm:varLst>
          <dgm:chMax/>
          <dgm:chPref val="3"/>
          <dgm:bulletEnabled val="1"/>
        </dgm:varLst>
        <dgm:choose name="Name60">
          <dgm:if name="Name61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2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63">
        <dgm:if name="Name64" axis="ch" ptType="node" func="cnt" op="gte" val="1">
          <dgm:layoutNode name="childText2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5"/>
      </dgm:choose>
    </dgm:forEach>
    <dgm:forEach name="Name66" axis="ch" ptType="node" st="3" cnt="1">
      <dgm:layoutNode name="parentText3" styleLbl="node1">
        <dgm:varLst>
          <dgm:chMax/>
          <dgm:chPref val="3"/>
          <dgm:bulletEnabled val="1"/>
        </dgm:varLst>
        <dgm:choose name="Name67">
          <dgm:if name="Name68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9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0">
        <dgm:if name="Name71" axis="ch" ptType="node" func="cnt" op="gte" val="1">
          <dgm:layoutNode name="childText3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</dgm:forEach>
    <dgm:forEach name="Name73" axis="ch" ptType="node" st="4" cnt="1">
      <dgm:layoutNode name="parentText4" styleLbl="node1">
        <dgm:varLst>
          <dgm:chMax/>
          <dgm:chPref val="3"/>
          <dgm:bulletEnabled val="1"/>
        </dgm:varLst>
        <dgm:choose name="Name74">
          <dgm:if name="Name75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76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7">
        <dgm:if name="Name78" axis="ch" ptType="node" func="cnt" op="gte" val="1">
          <dgm:layoutNode name="childText4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9"/>
      </dgm:choose>
    </dgm:forEach>
    <dgm:forEach name="Name80" axis="ch" ptType="node" st="5" cnt="1">
      <dgm:layoutNode name="parentText5" styleLbl="node1">
        <dgm:varLst>
          <dgm:chMax/>
          <dgm:chPref val="3"/>
          <dgm:bulletEnabled val="1"/>
        </dgm:varLst>
        <dgm:choose name="Name81">
          <dgm:if name="Name82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83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84">
        <dgm:if name="Name85" axis="ch" ptType="node" func="cnt" op="gte" val="1">
          <dgm:layoutNode name="childText5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6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09BEC-208E-844E-AB30-0373DEF2D786}" type="datetimeFigureOut">
              <a:rPr kumimoji="1" lang="zh-TW" altLang="en-US" smtClean="0"/>
              <a:t>2026/1/15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798EB-4CBC-DA4A-B249-8E506EC602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16568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555776" y="3065528"/>
            <a:ext cx="5830416" cy="651504"/>
          </a:xfrm>
        </p:spPr>
        <p:txBody>
          <a:bodyPr>
            <a:noAutofit/>
          </a:bodyPr>
          <a:lstStyle>
            <a:lvl1pPr algn="l">
              <a:defRPr sz="36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555776" y="3886200"/>
            <a:ext cx="5216624" cy="598917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2555776" y="4677139"/>
            <a:ext cx="2133600" cy="365125"/>
          </a:xfrm>
          <a:prstGeom prst="rect">
            <a:avLst/>
          </a:prstGeom>
        </p:spPr>
        <p:txBody>
          <a:bodyPr/>
          <a:lstStyle/>
          <a:p>
            <a:fld id="{258A696B-0A6C-464C-95D8-111B7877852A}" type="datetimeFigureOut">
              <a:rPr lang="zh-TW" altLang="en-US" smtClean="0"/>
              <a:t>2026/1/15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8552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267878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0" cap="all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973593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20000"/>
              </a:spcBef>
              <a:buFontTx/>
              <a:defRPr lang="zh-TW" altLang="en-US" sz="2400" kern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algn="l" defTabSz="914400" rtl="0" eaLnBrk="1" latinLnBrk="0" hangingPunct="1">
              <a:spcBef>
                <a:spcPct val="20000"/>
              </a:spcBef>
              <a:buFontTx/>
              <a:defRPr lang="zh-TW" altLang="en-US" sz="2000" kern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algn="l" defTabSz="914400" rtl="0" eaLnBrk="1" latinLnBrk="0" hangingPunct="1">
              <a:spcBef>
                <a:spcPct val="20000"/>
              </a:spcBef>
              <a:buFontTx/>
              <a:defRPr lang="zh-TW" altLang="en-US" sz="1800" kern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algn="l" defTabSz="914400" rtl="0" eaLnBrk="1" latinLnBrk="0" hangingPunct="1">
              <a:spcBef>
                <a:spcPct val="20000"/>
              </a:spcBef>
              <a:buFontTx/>
              <a:defRPr lang="zh-TW" altLang="en-US" sz="1600" kern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algn="l" defTabSz="914400" rtl="0" eaLnBrk="1" latinLnBrk="0" hangingPunct="1">
              <a:spcBef>
                <a:spcPct val="20000"/>
              </a:spcBef>
              <a:buFontTx/>
              <a:defRPr lang="zh-TW" altLang="en-US" sz="1400" kern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608918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748166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856374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416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00738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113490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375115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67544" y="26064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759008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421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371326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Tx/>
        <a:buBlip>
          <a:blip r:embed="rId14"/>
        </a:buBlip>
        <a:defRPr sz="2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Tx/>
        <a:buBlip>
          <a:blip r:embed="rId15"/>
        </a:buBlip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Tx/>
        <a:buBlip>
          <a:blip r:embed="rId15"/>
        </a:buBlip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Tx/>
        <a:buBlip>
          <a:blip r:embed="rId15"/>
        </a:buBlip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Tx/>
        <a:buBlip>
          <a:blip r:embed="rId15"/>
        </a:buBlip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771800" y="2420888"/>
            <a:ext cx="5400600" cy="2160240"/>
          </a:xfrm>
        </p:spPr>
        <p:txBody>
          <a:bodyPr>
            <a:normAutofit fontScale="90000"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 </a:t>
            </a:r>
            <a:r>
              <a:rPr lang="zh-TW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一月</a:t>
            </a:r>
            <a:br>
              <a:rPr lang="en-US" altLang="zh-TW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TW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工作</a:t>
            </a:r>
            <a:r>
              <a:rPr lang="zh-TW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報告</a:t>
            </a:r>
            <a:b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KSS1S2 </a:t>
            </a:r>
            <a:r>
              <a:rPr lang="zh-TW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劉佳修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22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50D3EEF-D002-4274-8C3B-8489AAC0F970}"/>
              </a:ext>
            </a:extLst>
          </p:cNvPr>
          <p:cNvSpPr txBox="1"/>
          <p:nvPr/>
        </p:nvSpPr>
        <p:spPr>
          <a:xfrm>
            <a:off x="0" y="0"/>
            <a:ext cx="9144000" cy="126876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r>
              <a:rPr lang="zh-TW" altLang="en-US" sz="40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　</a:t>
            </a:r>
            <a:r>
              <a:rPr lang="en-US" altLang="zh-TW" sz="40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2026 </a:t>
            </a:r>
            <a:r>
              <a:rPr lang="zh-TW" altLang="en-US" sz="40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一月 工作事項報告</a:t>
            </a:r>
            <a:r>
              <a:rPr lang="en-US" altLang="zh-TW" sz="40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(Apple &amp; Jamf)</a:t>
            </a:r>
            <a:endParaRPr lang="zh-TW" altLang="en-US" sz="3200" b="1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" name="資料庫圖表 2">
            <a:extLst>
              <a:ext uri="{FF2B5EF4-FFF2-40B4-BE49-F238E27FC236}">
                <a16:creationId xmlns:a16="http://schemas.microsoft.com/office/drawing/2014/main" id="{E4467E4D-B877-D509-BF26-5A20F0C432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3157599"/>
              </p:ext>
            </p:extLst>
          </p:nvPr>
        </p:nvGraphicFramePr>
        <p:xfrm>
          <a:off x="0" y="1268760"/>
          <a:ext cx="9144000" cy="5589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2233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EAC5C-7E3A-81AA-217D-4CBCB0098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5481769C-B2F6-003E-C440-CA87BB81DE40}"/>
              </a:ext>
            </a:extLst>
          </p:cNvPr>
          <p:cNvSpPr txBox="1"/>
          <p:nvPr/>
        </p:nvSpPr>
        <p:spPr>
          <a:xfrm>
            <a:off x="0" y="0"/>
            <a:ext cx="9144000" cy="126876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r>
              <a:rPr lang="zh-TW" altLang="en-US" sz="40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　</a:t>
            </a:r>
            <a:r>
              <a:rPr lang="en-US" altLang="zh-TW" sz="40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2026 </a:t>
            </a:r>
            <a:r>
              <a:rPr lang="zh-TW" altLang="en-US" sz="40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一月 工作事項報告</a:t>
            </a:r>
            <a:r>
              <a:rPr lang="en-US" altLang="zh-TW" sz="40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(Trend Micro)</a:t>
            </a:r>
            <a:endParaRPr lang="zh-TW" altLang="en-US" sz="3200" b="1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" name="資料庫圖表 2">
            <a:extLst>
              <a:ext uri="{FF2B5EF4-FFF2-40B4-BE49-F238E27FC236}">
                <a16:creationId xmlns:a16="http://schemas.microsoft.com/office/drawing/2014/main" id="{25C84C79-D875-B035-413B-75349548F0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6310926"/>
              </p:ext>
            </p:extLst>
          </p:nvPr>
        </p:nvGraphicFramePr>
        <p:xfrm>
          <a:off x="0" y="1268760"/>
          <a:ext cx="9144000" cy="5589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4376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660F2-55D5-D060-E172-BB4744753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06D0A60C-E1F7-86C1-6739-0CE709925E88}"/>
              </a:ext>
            </a:extLst>
          </p:cNvPr>
          <p:cNvSpPr txBox="1"/>
          <p:nvPr/>
        </p:nvSpPr>
        <p:spPr>
          <a:xfrm>
            <a:off x="0" y="0"/>
            <a:ext cx="9144000" cy="126876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新細明體" panose="02020500000000000000" pitchFamily="18" charset="-120"/>
                <a:ea typeface="新細明體" panose="02020500000000000000" pitchFamily="18" charset="-120"/>
                <a:cs typeface="+mn-cs"/>
              </a:rPr>
              <a:t>　</a:t>
            </a:r>
            <a:r>
              <a:rPr kumimoji="0" lang="zh-TW" altLang="en-US" sz="4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協作事項 </a:t>
            </a: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新細明體" panose="02020500000000000000" pitchFamily="18" charset="-120"/>
                <a:ea typeface="新細明體" panose="02020500000000000000" pitchFamily="18" charset="-120"/>
                <a:cs typeface="+mn-cs"/>
              </a:rPr>
              <a:t>– Trend Micro</a:t>
            </a:r>
            <a:endParaRPr kumimoji="0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新細明體" panose="02020500000000000000" pitchFamily="18" charset="-120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10" name="資料庫圖表 9">
            <a:extLst>
              <a:ext uri="{FF2B5EF4-FFF2-40B4-BE49-F238E27FC236}">
                <a16:creationId xmlns:a16="http://schemas.microsoft.com/office/drawing/2014/main" id="{FC836035-6044-94D1-73AA-93F611F857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9510221"/>
              </p:ext>
            </p:extLst>
          </p:nvPr>
        </p:nvGraphicFramePr>
        <p:xfrm>
          <a:off x="683568" y="2060848"/>
          <a:ext cx="7704856" cy="35283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3591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8C5EB-0630-E5F5-60DD-7B4190D12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554C5CE1-14DD-DE13-256E-15CDBF88F0E1}"/>
              </a:ext>
            </a:extLst>
          </p:cNvPr>
          <p:cNvSpPr txBox="1"/>
          <p:nvPr/>
        </p:nvSpPr>
        <p:spPr>
          <a:xfrm>
            <a:off x="0" y="0"/>
            <a:ext cx="9144000" cy="126876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　</a:t>
            </a: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協作事項 </a:t>
            </a: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– Apple &amp; Jamf</a:t>
            </a:r>
            <a:endParaRPr kumimoji="0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資料庫圖表 7">
            <a:extLst>
              <a:ext uri="{FF2B5EF4-FFF2-40B4-BE49-F238E27FC236}">
                <a16:creationId xmlns:a16="http://schemas.microsoft.com/office/drawing/2014/main" id="{554EDB93-A0A4-5C60-CAE5-DE6D24F871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0865856"/>
              </p:ext>
            </p:extLst>
          </p:nvPr>
        </p:nvGraphicFramePr>
        <p:xfrm>
          <a:off x="827584" y="1340768"/>
          <a:ext cx="7560840" cy="4752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6266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92066-C8C3-57F5-4AD7-C89417951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7F63E1E3-1A44-6C8D-98C6-0B7FF7314D13}"/>
              </a:ext>
            </a:extLst>
          </p:cNvPr>
          <p:cNvSpPr txBox="1"/>
          <p:nvPr/>
        </p:nvSpPr>
        <p:spPr>
          <a:xfrm>
            <a:off x="0" y="0"/>
            <a:ext cx="9144000" cy="126876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　收費服務項目規劃 </a:t>
            </a: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– Trend Micro</a:t>
            </a:r>
            <a:endParaRPr kumimoji="0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" name="資料庫圖表 1">
            <a:extLst>
              <a:ext uri="{FF2B5EF4-FFF2-40B4-BE49-F238E27FC236}">
                <a16:creationId xmlns:a16="http://schemas.microsoft.com/office/drawing/2014/main" id="{2407FB0C-7F01-8128-F16C-6FAF966182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2611631"/>
              </p:ext>
            </p:extLst>
          </p:nvPr>
        </p:nvGraphicFramePr>
        <p:xfrm>
          <a:off x="755576" y="1268760"/>
          <a:ext cx="7776864" cy="54726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2118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B87F2-8E24-9803-34F5-7E8570ECB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B6F1F3A7-17F8-520A-0DBE-BCA35E9608D0}"/>
              </a:ext>
            </a:extLst>
          </p:cNvPr>
          <p:cNvSpPr txBox="1"/>
          <p:nvPr/>
        </p:nvSpPr>
        <p:spPr>
          <a:xfrm>
            <a:off x="0" y="0"/>
            <a:ext cx="9144000" cy="126876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　收費服務項目規劃 </a:t>
            </a: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– Apple &amp; Jamf</a:t>
            </a:r>
            <a:endParaRPr kumimoji="0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" name="資料庫圖表 1">
            <a:extLst>
              <a:ext uri="{FF2B5EF4-FFF2-40B4-BE49-F238E27FC236}">
                <a16:creationId xmlns:a16="http://schemas.microsoft.com/office/drawing/2014/main" id="{4E35F4C2-D595-BFB7-2ED5-87774BEC49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3727925"/>
              </p:ext>
            </p:extLst>
          </p:nvPr>
        </p:nvGraphicFramePr>
        <p:xfrm>
          <a:off x="755576" y="1268760"/>
          <a:ext cx="7776864" cy="54726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14954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537</TotalTime>
  <Words>552</Words>
  <Application>Microsoft Macintosh PowerPoint</Application>
  <PresentationFormat>如螢幕大小 (4:3)</PresentationFormat>
  <Paragraphs>64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4" baseType="lpstr">
      <vt:lpstr>Microsoft JhengHei</vt:lpstr>
      <vt:lpstr>Microsoft JhengHei</vt:lpstr>
      <vt:lpstr>新細明體</vt:lpstr>
      <vt:lpstr>Aptos</vt:lpstr>
      <vt:lpstr>Arial</vt:lpstr>
      <vt:lpstr>Times New Roman</vt:lpstr>
      <vt:lpstr>Office 佈景主題</vt:lpstr>
      <vt:lpstr>2026 一月 工作報告  KSS1S2 劉佳修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ACER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Cheng, Iren</dc:creator>
  <cp:lastModifiedBy>Liu, Denny</cp:lastModifiedBy>
  <cp:revision>45</cp:revision>
  <dcterms:created xsi:type="dcterms:W3CDTF">2015-11-23T03:58:45Z</dcterms:created>
  <dcterms:modified xsi:type="dcterms:W3CDTF">2026-01-15T01:32:37Z</dcterms:modified>
</cp:coreProperties>
</file>